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57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96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8B3188-15A7-433C-95D6-73415BD0DF4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9F50739-7C39-4416-9D39-81B2FD75709D}">
      <dgm:prSet/>
      <dgm:spPr/>
      <dgm:t>
        <a:bodyPr/>
        <a:lstStyle/>
        <a:p>
          <a:r>
            <a:rPr lang="en-US" dirty="0"/>
            <a:t>Build fully serverless, auto-scaling backend</a:t>
          </a:r>
        </a:p>
      </dgm:t>
    </dgm:pt>
    <dgm:pt modelId="{0E81C3B5-B709-4459-82E6-9E3A1CEE92D6}" type="parTrans" cxnId="{BD7D195C-F6E6-49F0-B9D9-3C968386A282}">
      <dgm:prSet/>
      <dgm:spPr/>
      <dgm:t>
        <a:bodyPr/>
        <a:lstStyle/>
        <a:p>
          <a:endParaRPr lang="en-US"/>
        </a:p>
      </dgm:t>
    </dgm:pt>
    <dgm:pt modelId="{99B447F6-93D8-46D2-A6B0-0372F3C53E69}" type="sibTrans" cxnId="{BD7D195C-F6E6-49F0-B9D9-3C968386A282}">
      <dgm:prSet/>
      <dgm:spPr/>
      <dgm:t>
        <a:bodyPr/>
        <a:lstStyle/>
        <a:p>
          <a:endParaRPr lang="en-US"/>
        </a:p>
      </dgm:t>
    </dgm:pt>
    <dgm:pt modelId="{5476B6E2-CEFF-4EF0-B722-D0A335FB3AC6}">
      <dgm:prSet/>
      <dgm:spPr/>
      <dgm:t>
        <a:bodyPr/>
        <a:lstStyle/>
        <a:p>
          <a:r>
            <a:rPr lang="en-US" dirty="0"/>
            <a:t>Enable fast, secure content delivery via CloudFront</a:t>
          </a:r>
        </a:p>
      </dgm:t>
    </dgm:pt>
    <dgm:pt modelId="{2F0FE704-2241-449D-910C-37F5287E5BF8}" type="parTrans" cxnId="{9B3BDCC9-60AC-47E9-A924-65715DFAA0E5}">
      <dgm:prSet/>
      <dgm:spPr/>
      <dgm:t>
        <a:bodyPr/>
        <a:lstStyle/>
        <a:p>
          <a:endParaRPr lang="en-US"/>
        </a:p>
      </dgm:t>
    </dgm:pt>
    <dgm:pt modelId="{A2A135E4-A115-4FF2-8111-D110782F6AC5}" type="sibTrans" cxnId="{9B3BDCC9-60AC-47E9-A924-65715DFAA0E5}">
      <dgm:prSet/>
      <dgm:spPr/>
      <dgm:t>
        <a:bodyPr/>
        <a:lstStyle/>
        <a:p>
          <a:endParaRPr lang="en-US"/>
        </a:p>
      </dgm:t>
    </dgm:pt>
    <dgm:pt modelId="{908C7256-8F91-4412-B0F7-A15F7CBAD5EE}">
      <dgm:prSet/>
      <dgm:spPr/>
      <dgm:t>
        <a:bodyPr/>
        <a:lstStyle/>
        <a:p>
          <a:r>
            <a:rPr lang="en-US" dirty="0"/>
            <a:t>Provide media upload/download with preview support</a:t>
          </a:r>
        </a:p>
      </dgm:t>
    </dgm:pt>
    <dgm:pt modelId="{C1B0E4E8-56B2-4185-B162-FE243EF21E68}" type="parTrans" cxnId="{FD6C93D6-D80F-49EC-957A-AD607E2E0001}">
      <dgm:prSet/>
      <dgm:spPr/>
      <dgm:t>
        <a:bodyPr/>
        <a:lstStyle/>
        <a:p>
          <a:endParaRPr lang="en-US"/>
        </a:p>
      </dgm:t>
    </dgm:pt>
    <dgm:pt modelId="{CD9AE826-4320-4461-88A6-592CCA05D16C}" type="sibTrans" cxnId="{FD6C93D6-D80F-49EC-957A-AD607E2E0001}">
      <dgm:prSet/>
      <dgm:spPr/>
      <dgm:t>
        <a:bodyPr/>
        <a:lstStyle/>
        <a:p>
          <a:endParaRPr lang="en-US"/>
        </a:p>
      </dgm:t>
    </dgm:pt>
    <dgm:pt modelId="{9BFF8C17-D10F-4ED6-BB41-EF7A4393979C}">
      <dgm:prSet/>
      <dgm:spPr/>
      <dgm:t>
        <a:bodyPr/>
        <a:lstStyle/>
        <a:p>
          <a:r>
            <a:rPr lang="en-US" dirty="0"/>
            <a:t>Maintain clean modular architecture for extensibility</a:t>
          </a:r>
        </a:p>
      </dgm:t>
    </dgm:pt>
    <dgm:pt modelId="{C7F49246-2D53-40F0-B620-9E3BCC84D0F1}" type="parTrans" cxnId="{599D2B3D-AD2F-4537-BFB7-728C99C07BF1}">
      <dgm:prSet/>
      <dgm:spPr/>
      <dgm:t>
        <a:bodyPr/>
        <a:lstStyle/>
        <a:p>
          <a:endParaRPr lang="en-US"/>
        </a:p>
      </dgm:t>
    </dgm:pt>
    <dgm:pt modelId="{3ED9B12C-CAD7-4F58-A37E-8983E52A0AF4}" type="sibTrans" cxnId="{599D2B3D-AD2F-4537-BFB7-728C99C07BF1}">
      <dgm:prSet/>
      <dgm:spPr/>
      <dgm:t>
        <a:bodyPr/>
        <a:lstStyle/>
        <a:p>
          <a:endParaRPr lang="en-US"/>
        </a:p>
      </dgm:t>
    </dgm:pt>
    <dgm:pt modelId="{4103802A-E91C-47F3-A391-F32B331EF3E0}" type="pres">
      <dgm:prSet presAssocID="{878B3188-15A7-433C-95D6-73415BD0DF4C}" presName="root" presStyleCnt="0">
        <dgm:presLayoutVars>
          <dgm:dir/>
          <dgm:resizeHandles val="exact"/>
        </dgm:presLayoutVars>
      </dgm:prSet>
      <dgm:spPr/>
    </dgm:pt>
    <dgm:pt modelId="{99B0B0C7-70BF-4690-9587-16E2A7E8F284}" type="pres">
      <dgm:prSet presAssocID="{878B3188-15A7-433C-95D6-73415BD0DF4C}" presName="container" presStyleCnt="0">
        <dgm:presLayoutVars>
          <dgm:dir/>
          <dgm:resizeHandles val="exact"/>
        </dgm:presLayoutVars>
      </dgm:prSet>
      <dgm:spPr/>
    </dgm:pt>
    <dgm:pt modelId="{67D80A12-DE26-48E1-B643-585E800CC208}" type="pres">
      <dgm:prSet presAssocID="{49F50739-7C39-4416-9D39-81B2FD75709D}" presName="compNode" presStyleCnt="0"/>
      <dgm:spPr/>
    </dgm:pt>
    <dgm:pt modelId="{C690AEB3-AB0E-481C-99E6-E3CB15356001}" type="pres">
      <dgm:prSet presAssocID="{49F50739-7C39-4416-9D39-81B2FD75709D}" presName="iconBgRect" presStyleLbl="bgShp" presStyleIdx="0" presStyleCnt="4"/>
      <dgm:spPr/>
    </dgm:pt>
    <dgm:pt modelId="{2F3C059A-BCAE-4C33-A3FE-DA8B5F68B959}" type="pres">
      <dgm:prSet presAssocID="{49F50739-7C39-4416-9D39-81B2FD75709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C22EC6-AD79-43D4-92DA-73C42E37019C}" type="pres">
      <dgm:prSet presAssocID="{49F50739-7C39-4416-9D39-81B2FD75709D}" presName="spaceRect" presStyleCnt="0"/>
      <dgm:spPr/>
    </dgm:pt>
    <dgm:pt modelId="{1612071C-E7A5-4975-9A49-FEB13F86E23F}" type="pres">
      <dgm:prSet presAssocID="{49F50739-7C39-4416-9D39-81B2FD75709D}" presName="textRect" presStyleLbl="revTx" presStyleIdx="0" presStyleCnt="4">
        <dgm:presLayoutVars>
          <dgm:chMax val="1"/>
          <dgm:chPref val="1"/>
        </dgm:presLayoutVars>
      </dgm:prSet>
      <dgm:spPr/>
    </dgm:pt>
    <dgm:pt modelId="{E586841C-4716-45BA-9382-D98AEF5D8911}" type="pres">
      <dgm:prSet presAssocID="{99B447F6-93D8-46D2-A6B0-0372F3C53E69}" presName="sibTrans" presStyleLbl="sibTrans2D1" presStyleIdx="0" presStyleCnt="0"/>
      <dgm:spPr/>
    </dgm:pt>
    <dgm:pt modelId="{47A609B5-8C90-4C15-B6BE-3EC6E96B632D}" type="pres">
      <dgm:prSet presAssocID="{5476B6E2-CEFF-4EF0-B722-D0A335FB3AC6}" presName="compNode" presStyleCnt="0"/>
      <dgm:spPr/>
    </dgm:pt>
    <dgm:pt modelId="{0B6516A2-544F-4BAA-B9B9-CDC5CCA410D7}" type="pres">
      <dgm:prSet presAssocID="{5476B6E2-CEFF-4EF0-B722-D0A335FB3AC6}" presName="iconBgRect" presStyleLbl="bgShp" presStyleIdx="1" presStyleCnt="4"/>
      <dgm:spPr/>
    </dgm:pt>
    <dgm:pt modelId="{EEC1FF35-4183-457F-AFBA-CF7A692DA68F}" type="pres">
      <dgm:prSet presAssocID="{5476B6E2-CEFF-4EF0-B722-D0A335FB3A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EC040CB-00BA-4E90-A19D-526CF4176025}" type="pres">
      <dgm:prSet presAssocID="{5476B6E2-CEFF-4EF0-B722-D0A335FB3AC6}" presName="spaceRect" presStyleCnt="0"/>
      <dgm:spPr/>
    </dgm:pt>
    <dgm:pt modelId="{7B8B10B4-5C51-4F50-A12A-0371663B248E}" type="pres">
      <dgm:prSet presAssocID="{5476B6E2-CEFF-4EF0-B722-D0A335FB3AC6}" presName="textRect" presStyleLbl="revTx" presStyleIdx="1" presStyleCnt="4">
        <dgm:presLayoutVars>
          <dgm:chMax val="1"/>
          <dgm:chPref val="1"/>
        </dgm:presLayoutVars>
      </dgm:prSet>
      <dgm:spPr/>
    </dgm:pt>
    <dgm:pt modelId="{301517FB-1EEF-4639-BDCD-50FDDD943C30}" type="pres">
      <dgm:prSet presAssocID="{A2A135E4-A115-4FF2-8111-D110782F6AC5}" presName="sibTrans" presStyleLbl="sibTrans2D1" presStyleIdx="0" presStyleCnt="0"/>
      <dgm:spPr/>
    </dgm:pt>
    <dgm:pt modelId="{B038E2A2-759A-4985-ADF1-8788E1A556CC}" type="pres">
      <dgm:prSet presAssocID="{908C7256-8F91-4412-B0F7-A15F7CBAD5EE}" presName="compNode" presStyleCnt="0"/>
      <dgm:spPr/>
    </dgm:pt>
    <dgm:pt modelId="{107D9EA6-8030-4DF3-BA42-F634CB7EF57F}" type="pres">
      <dgm:prSet presAssocID="{908C7256-8F91-4412-B0F7-A15F7CBAD5EE}" presName="iconBgRect" presStyleLbl="bgShp" presStyleIdx="2" presStyleCnt="4"/>
      <dgm:spPr/>
    </dgm:pt>
    <dgm:pt modelId="{A561655E-45A7-4FFD-B763-614D4DA8CBC8}" type="pres">
      <dgm:prSet presAssocID="{908C7256-8F91-4412-B0F7-A15F7CBAD5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2C3B1622-192C-4553-B58B-29448BDFB0DE}" type="pres">
      <dgm:prSet presAssocID="{908C7256-8F91-4412-B0F7-A15F7CBAD5EE}" presName="spaceRect" presStyleCnt="0"/>
      <dgm:spPr/>
    </dgm:pt>
    <dgm:pt modelId="{E0B3F874-E667-436F-A73B-C1DBA1B1B748}" type="pres">
      <dgm:prSet presAssocID="{908C7256-8F91-4412-B0F7-A15F7CBAD5EE}" presName="textRect" presStyleLbl="revTx" presStyleIdx="2" presStyleCnt="4">
        <dgm:presLayoutVars>
          <dgm:chMax val="1"/>
          <dgm:chPref val="1"/>
        </dgm:presLayoutVars>
      </dgm:prSet>
      <dgm:spPr/>
    </dgm:pt>
    <dgm:pt modelId="{FA788F49-DE34-41B5-8725-EB72AC5D00AD}" type="pres">
      <dgm:prSet presAssocID="{CD9AE826-4320-4461-88A6-592CCA05D16C}" presName="sibTrans" presStyleLbl="sibTrans2D1" presStyleIdx="0" presStyleCnt="0"/>
      <dgm:spPr/>
    </dgm:pt>
    <dgm:pt modelId="{7385DFA2-F1C0-4CF4-A4C5-48172788EBDB}" type="pres">
      <dgm:prSet presAssocID="{9BFF8C17-D10F-4ED6-BB41-EF7A4393979C}" presName="compNode" presStyleCnt="0"/>
      <dgm:spPr/>
    </dgm:pt>
    <dgm:pt modelId="{911BE0A3-947B-4859-B5B2-3DBA4401EEE9}" type="pres">
      <dgm:prSet presAssocID="{9BFF8C17-D10F-4ED6-BB41-EF7A4393979C}" presName="iconBgRect" presStyleLbl="bgShp" presStyleIdx="3" presStyleCnt="4"/>
      <dgm:spPr/>
    </dgm:pt>
    <dgm:pt modelId="{90FE84D1-4DAE-4D33-9222-15EFC3BB31F3}" type="pres">
      <dgm:prSet presAssocID="{9BFF8C17-D10F-4ED6-BB41-EF7A439397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D130359-3E54-44FA-9464-C68DC9D962AD}" type="pres">
      <dgm:prSet presAssocID="{9BFF8C17-D10F-4ED6-BB41-EF7A4393979C}" presName="spaceRect" presStyleCnt="0"/>
      <dgm:spPr/>
    </dgm:pt>
    <dgm:pt modelId="{F5D74BF1-E68C-4DEC-BC64-FDF4030567A3}" type="pres">
      <dgm:prSet presAssocID="{9BFF8C17-D10F-4ED6-BB41-EF7A4393979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46C00E-E75D-45B6-ACE2-C6DCB2479352}" type="presOf" srcId="{99B447F6-93D8-46D2-A6B0-0372F3C53E69}" destId="{E586841C-4716-45BA-9382-D98AEF5D8911}" srcOrd="0" destOrd="0" presId="urn:microsoft.com/office/officeart/2018/2/layout/IconCircleList"/>
    <dgm:cxn modelId="{0DD0B61B-9AAE-439B-B1B1-541C5D15DEC4}" type="presOf" srcId="{908C7256-8F91-4412-B0F7-A15F7CBAD5EE}" destId="{E0B3F874-E667-436F-A73B-C1DBA1B1B748}" srcOrd="0" destOrd="0" presId="urn:microsoft.com/office/officeart/2018/2/layout/IconCircleList"/>
    <dgm:cxn modelId="{1C74BE2F-B17B-4E7E-9A26-7EDF235E0640}" type="presOf" srcId="{878B3188-15A7-433C-95D6-73415BD0DF4C}" destId="{4103802A-E91C-47F3-A391-F32B331EF3E0}" srcOrd="0" destOrd="0" presId="urn:microsoft.com/office/officeart/2018/2/layout/IconCircleList"/>
    <dgm:cxn modelId="{599D2B3D-AD2F-4537-BFB7-728C99C07BF1}" srcId="{878B3188-15A7-433C-95D6-73415BD0DF4C}" destId="{9BFF8C17-D10F-4ED6-BB41-EF7A4393979C}" srcOrd="3" destOrd="0" parTransId="{C7F49246-2D53-40F0-B620-9E3BCC84D0F1}" sibTransId="{3ED9B12C-CAD7-4F58-A37E-8983E52A0AF4}"/>
    <dgm:cxn modelId="{61226143-7265-4B20-845D-F5B37F8FB951}" type="presOf" srcId="{5476B6E2-CEFF-4EF0-B722-D0A335FB3AC6}" destId="{7B8B10B4-5C51-4F50-A12A-0371663B248E}" srcOrd="0" destOrd="0" presId="urn:microsoft.com/office/officeart/2018/2/layout/IconCircleList"/>
    <dgm:cxn modelId="{BD7D195C-F6E6-49F0-B9D9-3C968386A282}" srcId="{878B3188-15A7-433C-95D6-73415BD0DF4C}" destId="{49F50739-7C39-4416-9D39-81B2FD75709D}" srcOrd="0" destOrd="0" parTransId="{0E81C3B5-B709-4459-82E6-9E3A1CEE92D6}" sibTransId="{99B447F6-93D8-46D2-A6B0-0372F3C53E69}"/>
    <dgm:cxn modelId="{FF267B71-FC05-4F1E-9D8C-4D60AC39161C}" type="presOf" srcId="{CD9AE826-4320-4461-88A6-592CCA05D16C}" destId="{FA788F49-DE34-41B5-8725-EB72AC5D00AD}" srcOrd="0" destOrd="0" presId="urn:microsoft.com/office/officeart/2018/2/layout/IconCircleList"/>
    <dgm:cxn modelId="{5BBEB188-D858-4FFF-A216-F6AA358DF655}" type="presOf" srcId="{9BFF8C17-D10F-4ED6-BB41-EF7A4393979C}" destId="{F5D74BF1-E68C-4DEC-BC64-FDF4030567A3}" srcOrd="0" destOrd="0" presId="urn:microsoft.com/office/officeart/2018/2/layout/IconCircleList"/>
    <dgm:cxn modelId="{D16DEC97-0953-4115-934D-2F7F560E8231}" type="presOf" srcId="{A2A135E4-A115-4FF2-8111-D110782F6AC5}" destId="{301517FB-1EEF-4639-BDCD-50FDDD943C30}" srcOrd="0" destOrd="0" presId="urn:microsoft.com/office/officeart/2018/2/layout/IconCircleList"/>
    <dgm:cxn modelId="{9B3BDCC9-60AC-47E9-A924-65715DFAA0E5}" srcId="{878B3188-15A7-433C-95D6-73415BD0DF4C}" destId="{5476B6E2-CEFF-4EF0-B722-D0A335FB3AC6}" srcOrd="1" destOrd="0" parTransId="{2F0FE704-2241-449D-910C-37F5287E5BF8}" sibTransId="{A2A135E4-A115-4FF2-8111-D110782F6AC5}"/>
    <dgm:cxn modelId="{FD6C93D6-D80F-49EC-957A-AD607E2E0001}" srcId="{878B3188-15A7-433C-95D6-73415BD0DF4C}" destId="{908C7256-8F91-4412-B0F7-A15F7CBAD5EE}" srcOrd="2" destOrd="0" parTransId="{C1B0E4E8-56B2-4185-B162-FE243EF21E68}" sibTransId="{CD9AE826-4320-4461-88A6-592CCA05D16C}"/>
    <dgm:cxn modelId="{B4FA34DC-504E-4957-A005-72433F717A86}" type="presOf" srcId="{49F50739-7C39-4416-9D39-81B2FD75709D}" destId="{1612071C-E7A5-4975-9A49-FEB13F86E23F}" srcOrd="0" destOrd="0" presId="urn:microsoft.com/office/officeart/2018/2/layout/IconCircleList"/>
    <dgm:cxn modelId="{13D8A1ED-38A8-4BC4-A37F-C128083DBD0C}" type="presParOf" srcId="{4103802A-E91C-47F3-A391-F32B331EF3E0}" destId="{99B0B0C7-70BF-4690-9587-16E2A7E8F284}" srcOrd="0" destOrd="0" presId="urn:microsoft.com/office/officeart/2018/2/layout/IconCircleList"/>
    <dgm:cxn modelId="{89132924-281B-4AD5-8AA9-2D7C1EEB35F3}" type="presParOf" srcId="{99B0B0C7-70BF-4690-9587-16E2A7E8F284}" destId="{67D80A12-DE26-48E1-B643-585E800CC208}" srcOrd="0" destOrd="0" presId="urn:microsoft.com/office/officeart/2018/2/layout/IconCircleList"/>
    <dgm:cxn modelId="{0231D512-99C3-4BD7-93BD-D36D36A78231}" type="presParOf" srcId="{67D80A12-DE26-48E1-B643-585E800CC208}" destId="{C690AEB3-AB0E-481C-99E6-E3CB15356001}" srcOrd="0" destOrd="0" presId="urn:microsoft.com/office/officeart/2018/2/layout/IconCircleList"/>
    <dgm:cxn modelId="{5DE8ED56-53E5-4272-8D67-C5C59995C126}" type="presParOf" srcId="{67D80A12-DE26-48E1-B643-585E800CC208}" destId="{2F3C059A-BCAE-4C33-A3FE-DA8B5F68B959}" srcOrd="1" destOrd="0" presId="urn:microsoft.com/office/officeart/2018/2/layout/IconCircleList"/>
    <dgm:cxn modelId="{F6293FCE-31E3-40C2-BE58-02EF20323E79}" type="presParOf" srcId="{67D80A12-DE26-48E1-B643-585E800CC208}" destId="{00C22EC6-AD79-43D4-92DA-73C42E37019C}" srcOrd="2" destOrd="0" presId="urn:microsoft.com/office/officeart/2018/2/layout/IconCircleList"/>
    <dgm:cxn modelId="{D32DC987-DAC7-4A3F-8A7C-20121FEDCCFF}" type="presParOf" srcId="{67D80A12-DE26-48E1-B643-585E800CC208}" destId="{1612071C-E7A5-4975-9A49-FEB13F86E23F}" srcOrd="3" destOrd="0" presId="urn:microsoft.com/office/officeart/2018/2/layout/IconCircleList"/>
    <dgm:cxn modelId="{5C9EFCDC-17BE-43E7-8B6D-C7D639FC9106}" type="presParOf" srcId="{99B0B0C7-70BF-4690-9587-16E2A7E8F284}" destId="{E586841C-4716-45BA-9382-D98AEF5D8911}" srcOrd="1" destOrd="0" presId="urn:microsoft.com/office/officeart/2018/2/layout/IconCircleList"/>
    <dgm:cxn modelId="{EC28D4C3-B454-44B8-B38C-A262D22C6C9C}" type="presParOf" srcId="{99B0B0C7-70BF-4690-9587-16E2A7E8F284}" destId="{47A609B5-8C90-4C15-B6BE-3EC6E96B632D}" srcOrd="2" destOrd="0" presId="urn:microsoft.com/office/officeart/2018/2/layout/IconCircleList"/>
    <dgm:cxn modelId="{4DBC7A07-B88B-4FC2-AF9A-C97F1FCB0045}" type="presParOf" srcId="{47A609B5-8C90-4C15-B6BE-3EC6E96B632D}" destId="{0B6516A2-544F-4BAA-B9B9-CDC5CCA410D7}" srcOrd="0" destOrd="0" presId="urn:microsoft.com/office/officeart/2018/2/layout/IconCircleList"/>
    <dgm:cxn modelId="{A1E9A46C-D936-4AB6-89BB-F0ACE68EA647}" type="presParOf" srcId="{47A609B5-8C90-4C15-B6BE-3EC6E96B632D}" destId="{EEC1FF35-4183-457F-AFBA-CF7A692DA68F}" srcOrd="1" destOrd="0" presId="urn:microsoft.com/office/officeart/2018/2/layout/IconCircleList"/>
    <dgm:cxn modelId="{9279B9BF-1A34-4FAF-8D39-2978D158B518}" type="presParOf" srcId="{47A609B5-8C90-4C15-B6BE-3EC6E96B632D}" destId="{EEC040CB-00BA-4E90-A19D-526CF4176025}" srcOrd="2" destOrd="0" presId="urn:microsoft.com/office/officeart/2018/2/layout/IconCircleList"/>
    <dgm:cxn modelId="{E01BACE2-2DCD-4624-9A5B-F3DA437A4F26}" type="presParOf" srcId="{47A609B5-8C90-4C15-B6BE-3EC6E96B632D}" destId="{7B8B10B4-5C51-4F50-A12A-0371663B248E}" srcOrd="3" destOrd="0" presId="urn:microsoft.com/office/officeart/2018/2/layout/IconCircleList"/>
    <dgm:cxn modelId="{AC72FF3C-4E8E-497A-9E6A-729B2D24EF29}" type="presParOf" srcId="{99B0B0C7-70BF-4690-9587-16E2A7E8F284}" destId="{301517FB-1EEF-4639-BDCD-50FDDD943C30}" srcOrd="3" destOrd="0" presId="urn:microsoft.com/office/officeart/2018/2/layout/IconCircleList"/>
    <dgm:cxn modelId="{B700C1DC-3D46-4D59-AE03-6629F4E9113E}" type="presParOf" srcId="{99B0B0C7-70BF-4690-9587-16E2A7E8F284}" destId="{B038E2A2-759A-4985-ADF1-8788E1A556CC}" srcOrd="4" destOrd="0" presId="urn:microsoft.com/office/officeart/2018/2/layout/IconCircleList"/>
    <dgm:cxn modelId="{0B9A227A-7FA3-4E62-9696-BF1142866FC9}" type="presParOf" srcId="{B038E2A2-759A-4985-ADF1-8788E1A556CC}" destId="{107D9EA6-8030-4DF3-BA42-F634CB7EF57F}" srcOrd="0" destOrd="0" presId="urn:microsoft.com/office/officeart/2018/2/layout/IconCircleList"/>
    <dgm:cxn modelId="{EFCAD86B-654D-45BD-BA09-A91E2ABDE530}" type="presParOf" srcId="{B038E2A2-759A-4985-ADF1-8788E1A556CC}" destId="{A561655E-45A7-4FFD-B763-614D4DA8CBC8}" srcOrd="1" destOrd="0" presId="urn:microsoft.com/office/officeart/2018/2/layout/IconCircleList"/>
    <dgm:cxn modelId="{6569F90F-0233-4C5E-B0B9-F72C1B4BE298}" type="presParOf" srcId="{B038E2A2-759A-4985-ADF1-8788E1A556CC}" destId="{2C3B1622-192C-4553-B58B-29448BDFB0DE}" srcOrd="2" destOrd="0" presId="urn:microsoft.com/office/officeart/2018/2/layout/IconCircleList"/>
    <dgm:cxn modelId="{B0C03402-114C-4C4F-8AC6-2F9B1C6F8486}" type="presParOf" srcId="{B038E2A2-759A-4985-ADF1-8788E1A556CC}" destId="{E0B3F874-E667-436F-A73B-C1DBA1B1B748}" srcOrd="3" destOrd="0" presId="urn:microsoft.com/office/officeart/2018/2/layout/IconCircleList"/>
    <dgm:cxn modelId="{4A941A67-6A00-4F3A-9EF1-FA17E4920268}" type="presParOf" srcId="{99B0B0C7-70BF-4690-9587-16E2A7E8F284}" destId="{FA788F49-DE34-41B5-8725-EB72AC5D00AD}" srcOrd="5" destOrd="0" presId="urn:microsoft.com/office/officeart/2018/2/layout/IconCircleList"/>
    <dgm:cxn modelId="{87B2F8E1-5AC2-4819-A5DD-8526E0F0A2D4}" type="presParOf" srcId="{99B0B0C7-70BF-4690-9587-16E2A7E8F284}" destId="{7385DFA2-F1C0-4CF4-A4C5-48172788EBDB}" srcOrd="6" destOrd="0" presId="urn:microsoft.com/office/officeart/2018/2/layout/IconCircleList"/>
    <dgm:cxn modelId="{643056E3-E5EC-4BCF-B434-64F065C9551D}" type="presParOf" srcId="{7385DFA2-F1C0-4CF4-A4C5-48172788EBDB}" destId="{911BE0A3-947B-4859-B5B2-3DBA4401EEE9}" srcOrd="0" destOrd="0" presId="urn:microsoft.com/office/officeart/2018/2/layout/IconCircleList"/>
    <dgm:cxn modelId="{DE2E0DD1-13CC-4B91-A668-A60F144650BE}" type="presParOf" srcId="{7385DFA2-F1C0-4CF4-A4C5-48172788EBDB}" destId="{90FE84D1-4DAE-4D33-9222-15EFC3BB31F3}" srcOrd="1" destOrd="0" presId="urn:microsoft.com/office/officeart/2018/2/layout/IconCircleList"/>
    <dgm:cxn modelId="{027BE9E4-2016-4D57-819B-FA4CFED0B749}" type="presParOf" srcId="{7385DFA2-F1C0-4CF4-A4C5-48172788EBDB}" destId="{AD130359-3E54-44FA-9464-C68DC9D962AD}" srcOrd="2" destOrd="0" presId="urn:microsoft.com/office/officeart/2018/2/layout/IconCircleList"/>
    <dgm:cxn modelId="{3D789E94-FD10-445E-B8D9-37763C98BE42}" type="presParOf" srcId="{7385DFA2-F1C0-4CF4-A4C5-48172788EBDB}" destId="{F5D74BF1-E68C-4DEC-BC64-FDF4030567A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4D19C9-C84A-49E1-B2A7-7EE0C824A24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36F1F6F-62D4-426A-9BF4-07E9B60DCFCB}">
      <dgm:prSet/>
      <dgm:spPr/>
      <dgm:t>
        <a:bodyPr/>
        <a:lstStyle/>
        <a:p>
          <a:r>
            <a:rPr lang="en-US"/>
            <a:t>Catalog Service – Manage restaurants (image upload, tags)</a:t>
          </a:r>
        </a:p>
      </dgm:t>
    </dgm:pt>
    <dgm:pt modelId="{0066058F-DB45-452C-989C-3177C57E1518}" type="parTrans" cxnId="{AAF1341C-2678-4557-B485-058223C134FE}">
      <dgm:prSet/>
      <dgm:spPr/>
      <dgm:t>
        <a:bodyPr/>
        <a:lstStyle/>
        <a:p>
          <a:endParaRPr lang="en-US"/>
        </a:p>
      </dgm:t>
    </dgm:pt>
    <dgm:pt modelId="{BB4A0CF1-55D9-45C7-BFB3-68A64486A64E}" type="sibTrans" cxnId="{AAF1341C-2678-4557-B485-058223C134FE}">
      <dgm:prSet/>
      <dgm:spPr/>
      <dgm:t>
        <a:bodyPr/>
        <a:lstStyle/>
        <a:p>
          <a:endParaRPr lang="en-US"/>
        </a:p>
      </dgm:t>
    </dgm:pt>
    <dgm:pt modelId="{43C4D554-DCEB-46CC-842B-E6902318ABA1}">
      <dgm:prSet/>
      <dgm:spPr/>
      <dgm:t>
        <a:bodyPr/>
        <a:lstStyle/>
        <a:p>
          <a:r>
            <a:rPr lang="en-US"/>
            <a:t>Review Service – Reviews &amp; ratings (pagination, validation)</a:t>
          </a:r>
        </a:p>
      </dgm:t>
    </dgm:pt>
    <dgm:pt modelId="{5FF0E342-ECFC-427E-8E9C-E85CDF687365}" type="parTrans" cxnId="{7EDAC520-567F-4D2E-BEC6-BFFE20E9B26D}">
      <dgm:prSet/>
      <dgm:spPr/>
      <dgm:t>
        <a:bodyPr/>
        <a:lstStyle/>
        <a:p>
          <a:endParaRPr lang="en-US"/>
        </a:p>
      </dgm:t>
    </dgm:pt>
    <dgm:pt modelId="{4D602EDD-26D9-4360-81AE-A004206603FC}" type="sibTrans" cxnId="{7EDAC520-567F-4D2E-BEC6-BFFE20E9B26D}">
      <dgm:prSet/>
      <dgm:spPr/>
      <dgm:t>
        <a:bodyPr/>
        <a:lstStyle/>
        <a:p>
          <a:endParaRPr lang="en-US"/>
        </a:p>
      </dgm:t>
    </dgm:pt>
    <dgm:pt modelId="{3A8B373C-6C0E-45E2-872D-F036BB0CD304}">
      <dgm:prSet/>
      <dgm:spPr/>
      <dgm:t>
        <a:bodyPr/>
        <a:lstStyle/>
        <a:p>
          <a:r>
            <a:rPr lang="en-US" dirty="0"/>
            <a:t>BFF service (to support BFF pattern)</a:t>
          </a:r>
        </a:p>
      </dgm:t>
    </dgm:pt>
    <dgm:pt modelId="{89EA294F-907A-4548-B3CC-23F9D53259AF}" type="parTrans" cxnId="{6B74DE14-8C05-416C-B692-6C769BCE2377}">
      <dgm:prSet/>
      <dgm:spPr/>
      <dgm:t>
        <a:bodyPr/>
        <a:lstStyle/>
        <a:p>
          <a:endParaRPr lang="en-US"/>
        </a:p>
      </dgm:t>
    </dgm:pt>
    <dgm:pt modelId="{CA55F42A-8E61-436F-AE33-A50910F0FEFA}" type="sibTrans" cxnId="{6B74DE14-8C05-416C-B692-6C769BCE2377}">
      <dgm:prSet/>
      <dgm:spPr/>
      <dgm:t>
        <a:bodyPr/>
        <a:lstStyle/>
        <a:p>
          <a:endParaRPr lang="en-US"/>
        </a:p>
      </dgm:t>
    </dgm:pt>
    <dgm:pt modelId="{B8E981EB-1AFB-4A6A-8469-CF14A90E9D34}">
      <dgm:prSet/>
      <dgm:spPr/>
      <dgm:t>
        <a:bodyPr/>
        <a:lstStyle/>
        <a:p>
          <a:r>
            <a:rPr lang="en-US"/>
            <a:t>Common Utils – Shared logic for S3 and DB</a:t>
          </a:r>
        </a:p>
      </dgm:t>
    </dgm:pt>
    <dgm:pt modelId="{C1E69EF0-7DC6-418E-AE35-6DC955F4BA73}" type="parTrans" cxnId="{175CCDAF-F8A6-48FD-B947-99EC982DFB69}">
      <dgm:prSet/>
      <dgm:spPr/>
      <dgm:t>
        <a:bodyPr/>
        <a:lstStyle/>
        <a:p>
          <a:endParaRPr lang="en-US"/>
        </a:p>
      </dgm:t>
    </dgm:pt>
    <dgm:pt modelId="{B30FE61A-8ED6-4B4B-B858-D79B599EC26A}" type="sibTrans" cxnId="{175CCDAF-F8A6-48FD-B947-99EC982DFB69}">
      <dgm:prSet/>
      <dgm:spPr/>
      <dgm:t>
        <a:bodyPr/>
        <a:lstStyle/>
        <a:p>
          <a:endParaRPr lang="en-US"/>
        </a:p>
      </dgm:t>
    </dgm:pt>
    <dgm:pt modelId="{7540F311-8F29-4E6F-8092-C858A24B2646}" type="pres">
      <dgm:prSet presAssocID="{8B4D19C9-C84A-49E1-B2A7-7EE0C824A24C}" presName="root" presStyleCnt="0">
        <dgm:presLayoutVars>
          <dgm:dir/>
          <dgm:resizeHandles val="exact"/>
        </dgm:presLayoutVars>
      </dgm:prSet>
      <dgm:spPr/>
    </dgm:pt>
    <dgm:pt modelId="{1F7E007F-FFDC-42B9-8B4B-EC2F958F1392}" type="pres">
      <dgm:prSet presAssocID="{8B4D19C9-C84A-49E1-B2A7-7EE0C824A24C}" presName="container" presStyleCnt="0">
        <dgm:presLayoutVars>
          <dgm:dir/>
          <dgm:resizeHandles val="exact"/>
        </dgm:presLayoutVars>
      </dgm:prSet>
      <dgm:spPr/>
    </dgm:pt>
    <dgm:pt modelId="{45843E1D-C455-4935-845B-0902CCA28DDD}" type="pres">
      <dgm:prSet presAssocID="{436F1F6F-62D4-426A-9BF4-07E9B60DCFCB}" presName="compNode" presStyleCnt="0"/>
      <dgm:spPr/>
    </dgm:pt>
    <dgm:pt modelId="{64A1E9A4-C3B6-4FA7-8179-A1780A38A2F7}" type="pres">
      <dgm:prSet presAssocID="{436F1F6F-62D4-426A-9BF4-07E9B60DCFCB}" presName="iconBgRect" presStyleLbl="bgShp" presStyleIdx="0" presStyleCnt="4"/>
      <dgm:spPr/>
    </dgm:pt>
    <dgm:pt modelId="{3BE6EBC4-A7A3-45D7-9F02-BDC8EC1EDD24}" type="pres">
      <dgm:prSet presAssocID="{436F1F6F-62D4-426A-9BF4-07E9B60DCF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1AAE3E26-F00D-4B72-A5AB-387CDCBB0A74}" type="pres">
      <dgm:prSet presAssocID="{436F1F6F-62D4-426A-9BF4-07E9B60DCFCB}" presName="spaceRect" presStyleCnt="0"/>
      <dgm:spPr/>
    </dgm:pt>
    <dgm:pt modelId="{C8CDBDFD-934C-4AB0-931D-4D0AFA9C6746}" type="pres">
      <dgm:prSet presAssocID="{436F1F6F-62D4-426A-9BF4-07E9B60DCFCB}" presName="textRect" presStyleLbl="revTx" presStyleIdx="0" presStyleCnt="4">
        <dgm:presLayoutVars>
          <dgm:chMax val="1"/>
          <dgm:chPref val="1"/>
        </dgm:presLayoutVars>
      </dgm:prSet>
      <dgm:spPr/>
    </dgm:pt>
    <dgm:pt modelId="{F45D5DAF-0600-4BB3-B0FD-13923A940607}" type="pres">
      <dgm:prSet presAssocID="{BB4A0CF1-55D9-45C7-BFB3-68A64486A64E}" presName="sibTrans" presStyleLbl="sibTrans2D1" presStyleIdx="0" presStyleCnt="0"/>
      <dgm:spPr/>
    </dgm:pt>
    <dgm:pt modelId="{6CE3CCD2-C4D8-4848-B6EB-6EF396A66FF3}" type="pres">
      <dgm:prSet presAssocID="{43C4D554-DCEB-46CC-842B-E6902318ABA1}" presName="compNode" presStyleCnt="0"/>
      <dgm:spPr/>
    </dgm:pt>
    <dgm:pt modelId="{B31EE63F-F478-4C77-9369-3E1562A99384}" type="pres">
      <dgm:prSet presAssocID="{43C4D554-DCEB-46CC-842B-E6902318ABA1}" presName="iconBgRect" presStyleLbl="bgShp" presStyleIdx="1" presStyleCnt="4"/>
      <dgm:spPr/>
    </dgm:pt>
    <dgm:pt modelId="{60363D47-3106-4285-B60E-E5CEE37E2574}" type="pres">
      <dgm:prSet presAssocID="{43C4D554-DCEB-46CC-842B-E6902318AB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C6C5C43E-3D20-4B32-83B2-2064876A2993}" type="pres">
      <dgm:prSet presAssocID="{43C4D554-DCEB-46CC-842B-E6902318ABA1}" presName="spaceRect" presStyleCnt="0"/>
      <dgm:spPr/>
    </dgm:pt>
    <dgm:pt modelId="{FE27EA89-2C62-4D1D-8228-C6A83040BF6A}" type="pres">
      <dgm:prSet presAssocID="{43C4D554-DCEB-46CC-842B-E6902318ABA1}" presName="textRect" presStyleLbl="revTx" presStyleIdx="1" presStyleCnt="4">
        <dgm:presLayoutVars>
          <dgm:chMax val="1"/>
          <dgm:chPref val="1"/>
        </dgm:presLayoutVars>
      </dgm:prSet>
      <dgm:spPr/>
    </dgm:pt>
    <dgm:pt modelId="{98EB20B3-C7F4-487C-A58D-273547898160}" type="pres">
      <dgm:prSet presAssocID="{4D602EDD-26D9-4360-81AE-A004206603FC}" presName="sibTrans" presStyleLbl="sibTrans2D1" presStyleIdx="0" presStyleCnt="0"/>
      <dgm:spPr/>
    </dgm:pt>
    <dgm:pt modelId="{1A9D6953-D58C-436F-842A-A66E4EC6E013}" type="pres">
      <dgm:prSet presAssocID="{3A8B373C-6C0E-45E2-872D-F036BB0CD304}" presName="compNode" presStyleCnt="0"/>
      <dgm:spPr/>
    </dgm:pt>
    <dgm:pt modelId="{BF74F5A9-1951-4B3D-B0DF-D8BDEE5E83B5}" type="pres">
      <dgm:prSet presAssocID="{3A8B373C-6C0E-45E2-872D-F036BB0CD304}" presName="iconBgRect" presStyleLbl="bgShp" presStyleIdx="2" presStyleCnt="4"/>
      <dgm:spPr/>
    </dgm:pt>
    <dgm:pt modelId="{E9DF7DEA-B219-419B-A20D-A41D04501766}" type="pres">
      <dgm:prSet presAssocID="{3A8B373C-6C0E-45E2-872D-F036BB0CD3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373916C-DA48-4B86-9F2C-8C2339731690}" type="pres">
      <dgm:prSet presAssocID="{3A8B373C-6C0E-45E2-872D-F036BB0CD304}" presName="spaceRect" presStyleCnt="0"/>
      <dgm:spPr/>
    </dgm:pt>
    <dgm:pt modelId="{70D377B5-4982-4F78-9822-421E3DF79B66}" type="pres">
      <dgm:prSet presAssocID="{3A8B373C-6C0E-45E2-872D-F036BB0CD304}" presName="textRect" presStyleLbl="revTx" presStyleIdx="2" presStyleCnt="4">
        <dgm:presLayoutVars>
          <dgm:chMax val="1"/>
          <dgm:chPref val="1"/>
        </dgm:presLayoutVars>
      </dgm:prSet>
      <dgm:spPr/>
    </dgm:pt>
    <dgm:pt modelId="{506C1705-C1E1-4778-A465-054528C0955E}" type="pres">
      <dgm:prSet presAssocID="{CA55F42A-8E61-436F-AE33-A50910F0FEFA}" presName="sibTrans" presStyleLbl="sibTrans2D1" presStyleIdx="0" presStyleCnt="0"/>
      <dgm:spPr/>
    </dgm:pt>
    <dgm:pt modelId="{241493D8-1CBD-418C-8378-44574071B804}" type="pres">
      <dgm:prSet presAssocID="{B8E981EB-1AFB-4A6A-8469-CF14A90E9D34}" presName="compNode" presStyleCnt="0"/>
      <dgm:spPr/>
    </dgm:pt>
    <dgm:pt modelId="{8F020FD7-4009-4072-8491-B631860A7B9F}" type="pres">
      <dgm:prSet presAssocID="{B8E981EB-1AFB-4A6A-8469-CF14A90E9D34}" presName="iconBgRect" presStyleLbl="bgShp" presStyleIdx="3" presStyleCnt="4"/>
      <dgm:spPr/>
    </dgm:pt>
    <dgm:pt modelId="{A91BE768-3978-4822-8F0A-C9DA01E22F95}" type="pres">
      <dgm:prSet presAssocID="{B8E981EB-1AFB-4A6A-8469-CF14A90E9D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6DC565E-FD45-406F-A371-B7689E69F7BD}" type="pres">
      <dgm:prSet presAssocID="{B8E981EB-1AFB-4A6A-8469-CF14A90E9D34}" presName="spaceRect" presStyleCnt="0"/>
      <dgm:spPr/>
    </dgm:pt>
    <dgm:pt modelId="{525B794F-BCC9-4A2E-81D3-E5A4D44AFDDB}" type="pres">
      <dgm:prSet presAssocID="{B8E981EB-1AFB-4A6A-8469-CF14A90E9D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74DE14-8C05-416C-B692-6C769BCE2377}" srcId="{8B4D19C9-C84A-49E1-B2A7-7EE0C824A24C}" destId="{3A8B373C-6C0E-45E2-872D-F036BB0CD304}" srcOrd="2" destOrd="0" parTransId="{89EA294F-907A-4548-B3CC-23F9D53259AF}" sibTransId="{CA55F42A-8E61-436F-AE33-A50910F0FEFA}"/>
    <dgm:cxn modelId="{AAF1341C-2678-4557-B485-058223C134FE}" srcId="{8B4D19C9-C84A-49E1-B2A7-7EE0C824A24C}" destId="{436F1F6F-62D4-426A-9BF4-07E9B60DCFCB}" srcOrd="0" destOrd="0" parTransId="{0066058F-DB45-452C-989C-3177C57E1518}" sibTransId="{BB4A0CF1-55D9-45C7-BFB3-68A64486A64E}"/>
    <dgm:cxn modelId="{7EDAC520-567F-4D2E-BEC6-BFFE20E9B26D}" srcId="{8B4D19C9-C84A-49E1-B2A7-7EE0C824A24C}" destId="{43C4D554-DCEB-46CC-842B-E6902318ABA1}" srcOrd="1" destOrd="0" parTransId="{5FF0E342-ECFC-427E-8E9C-E85CDF687365}" sibTransId="{4D602EDD-26D9-4360-81AE-A004206603FC}"/>
    <dgm:cxn modelId="{06B22224-F14C-4EED-953D-C2DF8B76C58B}" type="presOf" srcId="{436F1F6F-62D4-426A-9BF4-07E9B60DCFCB}" destId="{C8CDBDFD-934C-4AB0-931D-4D0AFA9C6746}" srcOrd="0" destOrd="0" presId="urn:microsoft.com/office/officeart/2018/2/layout/IconCircleList"/>
    <dgm:cxn modelId="{BBC2204C-EA10-4DC5-BDC5-CFFCE2F436FC}" type="presOf" srcId="{8B4D19C9-C84A-49E1-B2A7-7EE0C824A24C}" destId="{7540F311-8F29-4E6F-8092-C858A24B2646}" srcOrd="0" destOrd="0" presId="urn:microsoft.com/office/officeart/2018/2/layout/IconCircleList"/>
    <dgm:cxn modelId="{DB86E75C-5141-4792-BC3E-8443EDE62329}" type="presOf" srcId="{B8E981EB-1AFB-4A6A-8469-CF14A90E9D34}" destId="{525B794F-BCC9-4A2E-81D3-E5A4D44AFDDB}" srcOrd="0" destOrd="0" presId="urn:microsoft.com/office/officeart/2018/2/layout/IconCircleList"/>
    <dgm:cxn modelId="{75AB9972-1A79-4243-B21D-0FD5A717CF7F}" type="presOf" srcId="{43C4D554-DCEB-46CC-842B-E6902318ABA1}" destId="{FE27EA89-2C62-4D1D-8228-C6A83040BF6A}" srcOrd="0" destOrd="0" presId="urn:microsoft.com/office/officeart/2018/2/layout/IconCircleList"/>
    <dgm:cxn modelId="{2C798A73-6D76-4D18-915D-19E75D190B0E}" type="presOf" srcId="{BB4A0CF1-55D9-45C7-BFB3-68A64486A64E}" destId="{F45D5DAF-0600-4BB3-B0FD-13923A940607}" srcOrd="0" destOrd="0" presId="urn:microsoft.com/office/officeart/2018/2/layout/IconCircleList"/>
    <dgm:cxn modelId="{175CCDAF-F8A6-48FD-B947-99EC982DFB69}" srcId="{8B4D19C9-C84A-49E1-B2A7-7EE0C824A24C}" destId="{B8E981EB-1AFB-4A6A-8469-CF14A90E9D34}" srcOrd="3" destOrd="0" parTransId="{C1E69EF0-7DC6-418E-AE35-6DC955F4BA73}" sibTransId="{B30FE61A-8ED6-4B4B-B858-D79B599EC26A}"/>
    <dgm:cxn modelId="{7DED73B9-E199-4B94-9AA2-CCE8C49EA111}" type="presOf" srcId="{CA55F42A-8E61-436F-AE33-A50910F0FEFA}" destId="{506C1705-C1E1-4778-A465-054528C0955E}" srcOrd="0" destOrd="0" presId="urn:microsoft.com/office/officeart/2018/2/layout/IconCircleList"/>
    <dgm:cxn modelId="{4D6ECCBC-C192-4C9A-9326-7DFCDEE54622}" type="presOf" srcId="{4D602EDD-26D9-4360-81AE-A004206603FC}" destId="{98EB20B3-C7F4-487C-A58D-273547898160}" srcOrd="0" destOrd="0" presId="urn:microsoft.com/office/officeart/2018/2/layout/IconCircleList"/>
    <dgm:cxn modelId="{E5386FEE-2955-48EE-91FF-B417BE4FE16E}" type="presOf" srcId="{3A8B373C-6C0E-45E2-872D-F036BB0CD304}" destId="{70D377B5-4982-4F78-9822-421E3DF79B66}" srcOrd="0" destOrd="0" presId="urn:microsoft.com/office/officeart/2018/2/layout/IconCircleList"/>
    <dgm:cxn modelId="{151D3042-6040-4AA1-BB56-0F629D45DB5F}" type="presParOf" srcId="{7540F311-8F29-4E6F-8092-C858A24B2646}" destId="{1F7E007F-FFDC-42B9-8B4B-EC2F958F1392}" srcOrd="0" destOrd="0" presId="urn:microsoft.com/office/officeart/2018/2/layout/IconCircleList"/>
    <dgm:cxn modelId="{8C6272D4-F386-4E3E-BB2E-3DDF626FCE21}" type="presParOf" srcId="{1F7E007F-FFDC-42B9-8B4B-EC2F958F1392}" destId="{45843E1D-C455-4935-845B-0902CCA28DDD}" srcOrd="0" destOrd="0" presId="urn:microsoft.com/office/officeart/2018/2/layout/IconCircleList"/>
    <dgm:cxn modelId="{0EC83A10-0157-46D7-BFC0-B9CA481DBDD8}" type="presParOf" srcId="{45843E1D-C455-4935-845B-0902CCA28DDD}" destId="{64A1E9A4-C3B6-4FA7-8179-A1780A38A2F7}" srcOrd="0" destOrd="0" presId="urn:microsoft.com/office/officeart/2018/2/layout/IconCircleList"/>
    <dgm:cxn modelId="{A7AA18FF-9969-445C-82B4-8AE5E548A18D}" type="presParOf" srcId="{45843E1D-C455-4935-845B-0902CCA28DDD}" destId="{3BE6EBC4-A7A3-45D7-9F02-BDC8EC1EDD24}" srcOrd="1" destOrd="0" presId="urn:microsoft.com/office/officeart/2018/2/layout/IconCircleList"/>
    <dgm:cxn modelId="{3D350EB8-14F9-4A94-A232-B833F7FD6FFC}" type="presParOf" srcId="{45843E1D-C455-4935-845B-0902CCA28DDD}" destId="{1AAE3E26-F00D-4B72-A5AB-387CDCBB0A74}" srcOrd="2" destOrd="0" presId="urn:microsoft.com/office/officeart/2018/2/layout/IconCircleList"/>
    <dgm:cxn modelId="{E3BB8550-A28D-48B5-96A9-0CEE874BA5EB}" type="presParOf" srcId="{45843E1D-C455-4935-845B-0902CCA28DDD}" destId="{C8CDBDFD-934C-4AB0-931D-4D0AFA9C6746}" srcOrd="3" destOrd="0" presId="urn:microsoft.com/office/officeart/2018/2/layout/IconCircleList"/>
    <dgm:cxn modelId="{F9CB5ED9-1A76-4901-AE42-0CA2E914D23D}" type="presParOf" srcId="{1F7E007F-FFDC-42B9-8B4B-EC2F958F1392}" destId="{F45D5DAF-0600-4BB3-B0FD-13923A940607}" srcOrd="1" destOrd="0" presId="urn:microsoft.com/office/officeart/2018/2/layout/IconCircleList"/>
    <dgm:cxn modelId="{FEC2014B-0BCD-4941-A639-113DD6C26C17}" type="presParOf" srcId="{1F7E007F-FFDC-42B9-8B4B-EC2F958F1392}" destId="{6CE3CCD2-C4D8-4848-B6EB-6EF396A66FF3}" srcOrd="2" destOrd="0" presId="urn:microsoft.com/office/officeart/2018/2/layout/IconCircleList"/>
    <dgm:cxn modelId="{FCA34C9A-ECD7-420D-9DCB-8FE9C166DBD1}" type="presParOf" srcId="{6CE3CCD2-C4D8-4848-B6EB-6EF396A66FF3}" destId="{B31EE63F-F478-4C77-9369-3E1562A99384}" srcOrd="0" destOrd="0" presId="urn:microsoft.com/office/officeart/2018/2/layout/IconCircleList"/>
    <dgm:cxn modelId="{5758DB2A-4592-4D0D-A783-89B87ABF2313}" type="presParOf" srcId="{6CE3CCD2-C4D8-4848-B6EB-6EF396A66FF3}" destId="{60363D47-3106-4285-B60E-E5CEE37E2574}" srcOrd="1" destOrd="0" presId="urn:microsoft.com/office/officeart/2018/2/layout/IconCircleList"/>
    <dgm:cxn modelId="{C1ACD3A3-1648-4C92-B5ED-0FD508CD7611}" type="presParOf" srcId="{6CE3CCD2-C4D8-4848-B6EB-6EF396A66FF3}" destId="{C6C5C43E-3D20-4B32-83B2-2064876A2993}" srcOrd="2" destOrd="0" presId="urn:microsoft.com/office/officeart/2018/2/layout/IconCircleList"/>
    <dgm:cxn modelId="{0BAD7C91-ED0C-4466-B445-765C568EFF01}" type="presParOf" srcId="{6CE3CCD2-C4D8-4848-B6EB-6EF396A66FF3}" destId="{FE27EA89-2C62-4D1D-8228-C6A83040BF6A}" srcOrd="3" destOrd="0" presId="urn:microsoft.com/office/officeart/2018/2/layout/IconCircleList"/>
    <dgm:cxn modelId="{6FF495DB-AF73-4793-AC09-B05004ADC6DA}" type="presParOf" srcId="{1F7E007F-FFDC-42B9-8B4B-EC2F958F1392}" destId="{98EB20B3-C7F4-487C-A58D-273547898160}" srcOrd="3" destOrd="0" presId="urn:microsoft.com/office/officeart/2018/2/layout/IconCircleList"/>
    <dgm:cxn modelId="{2CD178EF-0306-4F0E-A621-2CDB65FA9B4B}" type="presParOf" srcId="{1F7E007F-FFDC-42B9-8B4B-EC2F958F1392}" destId="{1A9D6953-D58C-436F-842A-A66E4EC6E013}" srcOrd="4" destOrd="0" presId="urn:microsoft.com/office/officeart/2018/2/layout/IconCircleList"/>
    <dgm:cxn modelId="{ACB9BDE8-4926-44F3-A53E-74807CBDDDBB}" type="presParOf" srcId="{1A9D6953-D58C-436F-842A-A66E4EC6E013}" destId="{BF74F5A9-1951-4B3D-B0DF-D8BDEE5E83B5}" srcOrd="0" destOrd="0" presId="urn:microsoft.com/office/officeart/2018/2/layout/IconCircleList"/>
    <dgm:cxn modelId="{7E5ED749-70FC-4595-9251-FEBE72DFCD1B}" type="presParOf" srcId="{1A9D6953-D58C-436F-842A-A66E4EC6E013}" destId="{E9DF7DEA-B219-419B-A20D-A41D04501766}" srcOrd="1" destOrd="0" presId="urn:microsoft.com/office/officeart/2018/2/layout/IconCircleList"/>
    <dgm:cxn modelId="{EEE87703-A309-4662-94FB-1F01D03C3134}" type="presParOf" srcId="{1A9D6953-D58C-436F-842A-A66E4EC6E013}" destId="{5373916C-DA48-4B86-9F2C-8C2339731690}" srcOrd="2" destOrd="0" presId="urn:microsoft.com/office/officeart/2018/2/layout/IconCircleList"/>
    <dgm:cxn modelId="{E7B8620B-79A9-4ED2-9281-B3F6AA94CB0E}" type="presParOf" srcId="{1A9D6953-D58C-436F-842A-A66E4EC6E013}" destId="{70D377B5-4982-4F78-9822-421E3DF79B66}" srcOrd="3" destOrd="0" presId="urn:microsoft.com/office/officeart/2018/2/layout/IconCircleList"/>
    <dgm:cxn modelId="{55002E0D-7225-4092-B5CB-5279E04443B9}" type="presParOf" srcId="{1F7E007F-FFDC-42B9-8B4B-EC2F958F1392}" destId="{506C1705-C1E1-4778-A465-054528C0955E}" srcOrd="5" destOrd="0" presId="urn:microsoft.com/office/officeart/2018/2/layout/IconCircleList"/>
    <dgm:cxn modelId="{D842FF90-BF2C-4C86-8E6B-C8FE4FB5B56B}" type="presParOf" srcId="{1F7E007F-FFDC-42B9-8B4B-EC2F958F1392}" destId="{241493D8-1CBD-418C-8378-44574071B804}" srcOrd="6" destOrd="0" presId="urn:microsoft.com/office/officeart/2018/2/layout/IconCircleList"/>
    <dgm:cxn modelId="{5831D943-FD41-4324-8385-C9E7E23F8F9B}" type="presParOf" srcId="{241493D8-1CBD-418C-8378-44574071B804}" destId="{8F020FD7-4009-4072-8491-B631860A7B9F}" srcOrd="0" destOrd="0" presId="urn:microsoft.com/office/officeart/2018/2/layout/IconCircleList"/>
    <dgm:cxn modelId="{69F67A25-B0F3-41C2-9390-9A0A50CBCB77}" type="presParOf" srcId="{241493D8-1CBD-418C-8378-44574071B804}" destId="{A91BE768-3978-4822-8F0A-C9DA01E22F95}" srcOrd="1" destOrd="0" presId="urn:microsoft.com/office/officeart/2018/2/layout/IconCircleList"/>
    <dgm:cxn modelId="{DF2767EA-F35E-474F-B78F-062FBCAA68E2}" type="presParOf" srcId="{241493D8-1CBD-418C-8378-44574071B804}" destId="{36DC565E-FD45-406F-A371-B7689E69F7BD}" srcOrd="2" destOrd="0" presId="urn:microsoft.com/office/officeart/2018/2/layout/IconCircleList"/>
    <dgm:cxn modelId="{701BAE0A-C02C-4B68-B575-91DA0DCAFF9A}" type="presParOf" srcId="{241493D8-1CBD-418C-8378-44574071B804}" destId="{525B794F-BCC9-4A2E-81D3-E5A4D44AFDD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ECF724-5BE2-40F5-9585-0E7AD2786C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77A040-96D5-413C-BC63-E7DB0FE6B9D2}">
      <dgm:prSet/>
      <dgm:spPr/>
      <dgm:t>
        <a:bodyPr/>
        <a:lstStyle/>
        <a:p>
          <a:r>
            <a:rPr lang="en-US"/>
            <a:t>GitHub Actions + OIDC role assumption</a:t>
          </a:r>
        </a:p>
      </dgm:t>
    </dgm:pt>
    <dgm:pt modelId="{237D0545-8C35-4C1D-9E8E-BCBB1FA3AE89}" type="parTrans" cxnId="{8E29B8B3-BFAD-40A9-A07E-4F0332C0C735}">
      <dgm:prSet/>
      <dgm:spPr/>
      <dgm:t>
        <a:bodyPr/>
        <a:lstStyle/>
        <a:p>
          <a:endParaRPr lang="en-US"/>
        </a:p>
      </dgm:t>
    </dgm:pt>
    <dgm:pt modelId="{0F3D615C-3A62-48A7-8DCF-B7394171FB10}" type="sibTrans" cxnId="{8E29B8B3-BFAD-40A9-A07E-4F0332C0C735}">
      <dgm:prSet/>
      <dgm:spPr/>
      <dgm:t>
        <a:bodyPr/>
        <a:lstStyle/>
        <a:p>
          <a:endParaRPr lang="en-US"/>
        </a:p>
      </dgm:t>
    </dgm:pt>
    <dgm:pt modelId="{877BF7AA-FEFA-4255-9C89-84C50E623536}">
      <dgm:prSet/>
      <dgm:spPr/>
      <dgm:t>
        <a:bodyPr/>
        <a:lstStyle/>
        <a:p>
          <a:r>
            <a:rPr lang="en-US"/>
            <a:t>Deployment via serverless deploy</a:t>
          </a:r>
        </a:p>
      </dgm:t>
    </dgm:pt>
    <dgm:pt modelId="{5566AB38-D601-4DE9-BBED-B209665DE20E}" type="parTrans" cxnId="{2B407CCE-48A3-4657-876D-086DDB2B1E50}">
      <dgm:prSet/>
      <dgm:spPr/>
      <dgm:t>
        <a:bodyPr/>
        <a:lstStyle/>
        <a:p>
          <a:endParaRPr lang="en-US"/>
        </a:p>
      </dgm:t>
    </dgm:pt>
    <dgm:pt modelId="{7940EC38-16B1-4397-83D6-8246EBF41E88}" type="sibTrans" cxnId="{2B407CCE-48A3-4657-876D-086DDB2B1E50}">
      <dgm:prSet/>
      <dgm:spPr/>
      <dgm:t>
        <a:bodyPr/>
        <a:lstStyle/>
        <a:p>
          <a:endParaRPr lang="en-US"/>
        </a:p>
      </dgm:t>
    </dgm:pt>
    <dgm:pt modelId="{F5B9F782-A641-44E9-8ADA-3A892D3ACD04}">
      <dgm:prSet/>
      <dgm:spPr/>
      <dgm:t>
        <a:bodyPr/>
        <a:lstStyle/>
        <a:p>
          <a:r>
            <a:rPr lang="en-US"/>
            <a:t>Environments: Dev / Staging / Prod</a:t>
          </a:r>
        </a:p>
      </dgm:t>
    </dgm:pt>
    <dgm:pt modelId="{9E93FD5F-A2F4-4E1B-B880-FDDFE759B869}" type="parTrans" cxnId="{3E8EF05E-0FC6-4F86-ADA2-10B9D1441065}">
      <dgm:prSet/>
      <dgm:spPr/>
      <dgm:t>
        <a:bodyPr/>
        <a:lstStyle/>
        <a:p>
          <a:endParaRPr lang="en-US"/>
        </a:p>
      </dgm:t>
    </dgm:pt>
    <dgm:pt modelId="{7D434009-C1A9-4A82-8B93-EB71356CB9E4}" type="sibTrans" cxnId="{3E8EF05E-0FC6-4F86-ADA2-10B9D1441065}">
      <dgm:prSet/>
      <dgm:spPr/>
      <dgm:t>
        <a:bodyPr/>
        <a:lstStyle/>
        <a:p>
          <a:endParaRPr lang="en-US"/>
        </a:p>
      </dgm:t>
    </dgm:pt>
    <dgm:pt modelId="{050C0641-744A-4474-9CFE-AF896D92ED6C}">
      <dgm:prSet/>
      <dgm:spPr/>
      <dgm:t>
        <a:bodyPr/>
        <a:lstStyle/>
        <a:p>
          <a:r>
            <a:rPr lang="en-US" dirty="0"/>
            <a:t>Parameter store for secrets</a:t>
          </a:r>
        </a:p>
      </dgm:t>
    </dgm:pt>
    <dgm:pt modelId="{D29DE7FE-F300-4FE7-97F3-8D48CA724DD9}" type="parTrans" cxnId="{46CEDC35-1D42-4D7E-AE00-F8F14C3DA1E0}">
      <dgm:prSet/>
      <dgm:spPr/>
      <dgm:t>
        <a:bodyPr/>
        <a:lstStyle/>
        <a:p>
          <a:endParaRPr lang="en-US"/>
        </a:p>
      </dgm:t>
    </dgm:pt>
    <dgm:pt modelId="{41E6DE06-6B3E-40FC-B32A-9A4284819374}" type="sibTrans" cxnId="{46CEDC35-1D42-4D7E-AE00-F8F14C3DA1E0}">
      <dgm:prSet/>
      <dgm:spPr/>
      <dgm:t>
        <a:bodyPr/>
        <a:lstStyle/>
        <a:p>
          <a:endParaRPr lang="en-US"/>
        </a:p>
      </dgm:t>
    </dgm:pt>
    <dgm:pt modelId="{7EBD3D69-F549-49F3-B983-91D997E4E406}" type="pres">
      <dgm:prSet presAssocID="{6CECF724-5BE2-40F5-9585-0E7AD2786CF2}" presName="root" presStyleCnt="0">
        <dgm:presLayoutVars>
          <dgm:dir/>
          <dgm:resizeHandles val="exact"/>
        </dgm:presLayoutVars>
      </dgm:prSet>
      <dgm:spPr/>
    </dgm:pt>
    <dgm:pt modelId="{A3763E99-8B15-4263-85CB-FE6EB9F33957}" type="pres">
      <dgm:prSet presAssocID="{6F77A040-96D5-413C-BC63-E7DB0FE6B9D2}" presName="compNode" presStyleCnt="0"/>
      <dgm:spPr/>
    </dgm:pt>
    <dgm:pt modelId="{254BDDFE-66B7-420B-9826-88D6079CC033}" type="pres">
      <dgm:prSet presAssocID="{6F77A040-96D5-413C-BC63-E7DB0FE6B9D2}" presName="bgRect" presStyleLbl="bgShp" presStyleIdx="0" presStyleCnt="4"/>
      <dgm:spPr/>
    </dgm:pt>
    <dgm:pt modelId="{A70B9F26-2106-4F32-BD9A-184886CA93F1}" type="pres">
      <dgm:prSet presAssocID="{6F77A040-96D5-413C-BC63-E7DB0FE6B9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C3B2F9-71F6-4570-AC50-FC313F3EB8D0}" type="pres">
      <dgm:prSet presAssocID="{6F77A040-96D5-413C-BC63-E7DB0FE6B9D2}" presName="spaceRect" presStyleCnt="0"/>
      <dgm:spPr/>
    </dgm:pt>
    <dgm:pt modelId="{B4404B76-7259-4279-9B75-2676AF14B623}" type="pres">
      <dgm:prSet presAssocID="{6F77A040-96D5-413C-BC63-E7DB0FE6B9D2}" presName="parTx" presStyleLbl="revTx" presStyleIdx="0" presStyleCnt="4">
        <dgm:presLayoutVars>
          <dgm:chMax val="0"/>
          <dgm:chPref val="0"/>
        </dgm:presLayoutVars>
      </dgm:prSet>
      <dgm:spPr/>
    </dgm:pt>
    <dgm:pt modelId="{4C79C3B5-0FD8-4BA7-8D4B-49E5291166A3}" type="pres">
      <dgm:prSet presAssocID="{0F3D615C-3A62-48A7-8DCF-B7394171FB10}" presName="sibTrans" presStyleCnt="0"/>
      <dgm:spPr/>
    </dgm:pt>
    <dgm:pt modelId="{DBA5F17A-57B0-4CD4-8B9F-8AA8EE7B90D8}" type="pres">
      <dgm:prSet presAssocID="{877BF7AA-FEFA-4255-9C89-84C50E623536}" presName="compNode" presStyleCnt="0"/>
      <dgm:spPr/>
    </dgm:pt>
    <dgm:pt modelId="{EA72EB83-C3E7-4A11-BB2B-D0CDA3F282A6}" type="pres">
      <dgm:prSet presAssocID="{877BF7AA-FEFA-4255-9C89-84C50E623536}" presName="bgRect" presStyleLbl="bgShp" presStyleIdx="1" presStyleCnt="4"/>
      <dgm:spPr/>
    </dgm:pt>
    <dgm:pt modelId="{AE15BE1A-6D12-47DD-9580-2258609E174E}" type="pres">
      <dgm:prSet presAssocID="{877BF7AA-FEFA-4255-9C89-84C50E6235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EC859A9-BF1C-4C78-9D4E-B9722C2C4941}" type="pres">
      <dgm:prSet presAssocID="{877BF7AA-FEFA-4255-9C89-84C50E623536}" presName="spaceRect" presStyleCnt="0"/>
      <dgm:spPr/>
    </dgm:pt>
    <dgm:pt modelId="{B2D15C7D-373E-4D3B-9EBF-AD93D38D7CC5}" type="pres">
      <dgm:prSet presAssocID="{877BF7AA-FEFA-4255-9C89-84C50E623536}" presName="parTx" presStyleLbl="revTx" presStyleIdx="1" presStyleCnt="4">
        <dgm:presLayoutVars>
          <dgm:chMax val="0"/>
          <dgm:chPref val="0"/>
        </dgm:presLayoutVars>
      </dgm:prSet>
      <dgm:spPr/>
    </dgm:pt>
    <dgm:pt modelId="{4625E01A-E20F-43A0-97AC-94F509FCF6BA}" type="pres">
      <dgm:prSet presAssocID="{7940EC38-16B1-4397-83D6-8246EBF41E88}" presName="sibTrans" presStyleCnt="0"/>
      <dgm:spPr/>
    </dgm:pt>
    <dgm:pt modelId="{61B06C48-8A51-44A7-8B71-9263EE6E6E90}" type="pres">
      <dgm:prSet presAssocID="{F5B9F782-A641-44E9-8ADA-3A892D3ACD04}" presName="compNode" presStyleCnt="0"/>
      <dgm:spPr/>
    </dgm:pt>
    <dgm:pt modelId="{7A1C5848-7A2F-426E-BDB0-3732BC495965}" type="pres">
      <dgm:prSet presAssocID="{F5B9F782-A641-44E9-8ADA-3A892D3ACD04}" presName="bgRect" presStyleLbl="bgShp" presStyleIdx="2" presStyleCnt="4"/>
      <dgm:spPr/>
    </dgm:pt>
    <dgm:pt modelId="{2571189E-E3D8-48F2-B690-BA714106B9C9}" type="pres">
      <dgm:prSet presAssocID="{F5B9F782-A641-44E9-8ADA-3A892D3ACD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D63F386-E808-4EFF-AF3E-D5647330A346}" type="pres">
      <dgm:prSet presAssocID="{F5B9F782-A641-44E9-8ADA-3A892D3ACD04}" presName="spaceRect" presStyleCnt="0"/>
      <dgm:spPr/>
    </dgm:pt>
    <dgm:pt modelId="{E97ADAAB-462E-4C4B-A1DB-B806FCBE4DB3}" type="pres">
      <dgm:prSet presAssocID="{F5B9F782-A641-44E9-8ADA-3A892D3ACD04}" presName="parTx" presStyleLbl="revTx" presStyleIdx="2" presStyleCnt="4">
        <dgm:presLayoutVars>
          <dgm:chMax val="0"/>
          <dgm:chPref val="0"/>
        </dgm:presLayoutVars>
      </dgm:prSet>
      <dgm:spPr/>
    </dgm:pt>
    <dgm:pt modelId="{D4A2AA7F-11A1-401A-87CA-A11F0275DF7C}" type="pres">
      <dgm:prSet presAssocID="{7D434009-C1A9-4A82-8B93-EB71356CB9E4}" presName="sibTrans" presStyleCnt="0"/>
      <dgm:spPr/>
    </dgm:pt>
    <dgm:pt modelId="{B7D55A28-11A5-4BFB-837B-80EE7745EBDE}" type="pres">
      <dgm:prSet presAssocID="{050C0641-744A-4474-9CFE-AF896D92ED6C}" presName="compNode" presStyleCnt="0"/>
      <dgm:spPr/>
    </dgm:pt>
    <dgm:pt modelId="{F7397412-722A-44F8-ADE4-CC0E7378DE4E}" type="pres">
      <dgm:prSet presAssocID="{050C0641-744A-4474-9CFE-AF896D92ED6C}" presName="bgRect" presStyleLbl="bgShp" presStyleIdx="3" presStyleCnt="4"/>
      <dgm:spPr/>
    </dgm:pt>
    <dgm:pt modelId="{EB7C6ADF-16D9-4502-979A-F47AA32EAEE2}" type="pres">
      <dgm:prSet presAssocID="{050C0641-744A-4474-9CFE-AF896D92ED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47FE5637-425D-441C-9489-69490733FDC6}" type="pres">
      <dgm:prSet presAssocID="{050C0641-744A-4474-9CFE-AF896D92ED6C}" presName="spaceRect" presStyleCnt="0"/>
      <dgm:spPr/>
    </dgm:pt>
    <dgm:pt modelId="{06D09548-79CC-43A2-823C-C52163C13E2A}" type="pres">
      <dgm:prSet presAssocID="{050C0641-744A-4474-9CFE-AF896D92ED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140430-F61C-4612-A094-C5A2E8EC7267}" type="presOf" srcId="{050C0641-744A-4474-9CFE-AF896D92ED6C}" destId="{06D09548-79CC-43A2-823C-C52163C13E2A}" srcOrd="0" destOrd="0" presId="urn:microsoft.com/office/officeart/2018/2/layout/IconVerticalSolidList"/>
    <dgm:cxn modelId="{46CEDC35-1D42-4D7E-AE00-F8F14C3DA1E0}" srcId="{6CECF724-5BE2-40F5-9585-0E7AD2786CF2}" destId="{050C0641-744A-4474-9CFE-AF896D92ED6C}" srcOrd="3" destOrd="0" parTransId="{D29DE7FE-F300-4FE7-97F3-8D48CA724DD9}" sibTransId="{41E6DE06-6B3E-40FC-B32A-9A4284819374}"/>
    <dgm:cxn modelId="{3B19FD3A-157C-4EAB-ACCE-FA7168D5CAA7}" type="presOf" srcId="{F5B9F782-A641-44E9-8ADA-3A892D3ACD04}" destId="{E97ADAAB-462E-4C4B-A1DB-B806FCBE4DB3}" srcOrd="0" destOrd="0" presId="urn:microsoft.com/office/officeart/2018/2/layout/IconVerticalSolidList"/>
    <dgm:cxn modelId="{F075973F-0ECA-48D3-B10D-96F5F730CE6F}" type="presOf" srcId="{6CECF724-5BE2-40F5-9585-0E7AD2786CF2}" destId="{7EBD3D69-F549-49F3-B983-91D997E4E406}" srcOrd="0" destOrd="0" presId="urn:microsoft.com/office/officeart/2018/2/layout/IconVerticalSolidList"/>
    <dgm:cxn modelId="{3D41C644-1F69-4F07-8706-92CA155D76EF}" type="presOf" srcId="{6F77A040-96D5-413C-BC63-E7DB0FE6B9D2}" destId="{B4404B76-7259-4279-9B75-2676AF14B623}" srcOrd="0" destOrd="0" presId="urn:microsoft.com/office/officeart/2018/2/layout/IconVerticalSolidList"/>
    <dgm:cxn modelId="{3E8EF05E-0FC6-4F86-ADA2-10B9D1441065}" srcId="{6CECF724-5BE2-40F5-9585-0E7AD2786CF2}" destId="{F5B9F782-A641-44E9-8ADA-3A892D3ACD04}" srcOrd="2" destOrd="0" parTransId="{9E93FD5F-A2F4-4E1B-B880-FDDFE759B869}" sibTransId="{7D434009-C1A9-4A82-8B93-EB71356CB9E4}"/>
    <dgm:cxn modelId="{4B28146D-582A-4F3D-A9E5-F2B7C569DC35}" type="presOf" srcId="{877BF7AA-FEFA-4255-9C89-84C50E623536}" destId="{B2D15C7D-373E-4D3B-9EBF-AD93D38D7CC5}" srcOrd="0" destOrd="0" presId="urn:microsoft.com/office/officeart/2018/2/layout/IconVerticalSolidList"/>
    <dgm:cxn modelId="{8E29B8B3-BFAD-40A9-A07E-4F0332C0C735}" srcId="{6CECF724-5BE2-40F5-9585-0E7AD2786CF2}" destId="{6F77A040-96D5-413C-BC63-E7DB0FE6B9D2}" srcOrd="0" destOrd="0" parTransId="{237D0545-8C35-4C1D-9E8E-BCBB1FA3AE89}" sibTransId="{0F3D615C-3A62-48A7-8DCF-B7394171FB10}"/>
    <dgm:cxn modelId="{2B407CCE-48A3-4657-876D-086DDB2B1E50}" srcId="{6CECF724-5BE2-40F5-9585-0E7AD2786CF2}" destId="{877BF7AA-FEFA-4255-9C89-84C50E623536}" srcOrd="1" destOrd="0" parTransId="{5566AB38-D601-4DE9-BBED-B209665DE20E}" sibTransId="{7940EC38-16B1-4397-83D6-8246EBF41E88}"/>
    <dgm:cxn modelId="{5C308A58-EFB4-4621-A8BD-5C497BE558D1}" type="presParOf" srcId="{7EBD3D69-F549-49F3-B983-91D997E4E406}" destId="{A3763E99-8B15-4263-85CB-FE6EB9F33957}" srcOrd="0" destOrd="0" presId="urn:microsoft.com/office/officeart/2018/2/layout/IconVerticalSolidList"/>
    <dgm:cxn modelId="{BB09D0CA-A875-48D3-AC38-D95EBD8A9166}" type="presParOf" srcId="{A3763E99-8B15-4263-85CB-FE6EB9F33957}" destId="{254BDDFE-66B7-420B-9826-88D6079CC033}" srcOrd="0" destOrd="0" presId="urn:microsoft.com/office/officeart/2018/2/layout/IconVerticalSolidList"/>
    <dgm:cxn modelId="{B53E09FA-AACE-4639-9A38-CDE00251968A}" type="presParOf" srcId="{A3763E99-8B15-4263-85CB-FE6EB9F33957}" destId="{A70B9F26-2106-4F32-BD9A-184886CA93F1}" srcOrd="1" destOrd="0" presId="urn:microsoft.com/office/officeart/2018/2/layout/IconVerticalSolidList"/>
    <dgm:cxn modelId="{4B8E269F-3810-448E-8ACF-1019D4481E9C}" type="presParOf" srcId="{A3763E99-8B15-4263-85CB-FE6EB9F33957}" destId="{81C3B2F9-71F6-4570-AC50-FC313F3EB8D0}" srcOrd="2" destOrd="0" presId="urn:microsoft.com/office/officeart/2018/2/layout/IconVerticalSolidList"/>
    <dgm:cxn modelId="{81AA7A84-9324-4F9A-A021-1950CEB5A1C1}" type="presParOf" srcId="{A3763E99-8B15-4263-85CB-FE6EB9F33957}" destId="{B4404B76-7259-4279-9B75-2676AF14B623}" srcOrd="3" destOrd="0" presId="urn:microsoft.com/office/officeart/2018/2/layout/IconVerticalSolidList"/>
    <dgm:cxn modelId="{2B1ECB26-6555-437B-9662-B02E4EC75A54}" type="presParOf" srcId="{7EBD3D69-F549-49F3-B983-91D997E4E406}" destId="{4C79C3B5-0FD8-4BA7-8D4B-49E5291166A3}" srcOrd="1" destOrd="0" presId="urn:microsoft.com/office/officeart/2018/2/layout/IconVerticalSolidList"/>
    <dgm:cxn modelId="{14C2412E-D806-4D49-A904-E1585E32B6FC}" type="presParOf" srcId="{7EBD3D69-F549-49F3-B983-91D997E4E406}" destId="{DBA5F17A-57B0-4CD4-8B9F-8AA8EE7B90D8}" srcOrd="2" destOrd="0" presId="urn:microsoft.com/office/officeart/2018/2/layout/IconVerticalSolidList"/>
    <dgm:cxn modelId="{BE8B4F16-D4A6-4061-AB9B-C51E0F77E1B7}" type="presParOf" srcId="{DBA5F17A-57B0-4CD4-8B9F-8AA8EE7B90D8}" destId="{EA72EB83-C3E7-4A11-BB2B-D0CDA3F282A6}" srcOrd="0" destOrd="0" presId="urn:microsoft.com/office/officeart/2018/2/layout/IconVerticalSolidList"/>
    <dgm:cxn modelId="{4B887888-1CEF-47B2-B216-7E0BEC2BFA2C}" type="presParOf" srcId="{DBA5F17A-57B0-4CD4-8B9F-8AA8EE7B90D8}" destId="{AE15BE1A-6D12-47DD-9580-2258609E174E}" srcOrd="1" destOrd="0" presId="urn:microsoft.com/office/officeart/2018/2/layout/IconVerticalSolidList"/>
    <dgm:cxn modelId="{A9402C36-5C88-416B-956F-F14CDD875339}" type="presParOf" srcId="{DBA5F17A-57B0-4CD4-8B9F-8AA8EE7B90D8}" destId="{3EC859A9-BF1C-4C78-9D4E-B9722C2C4941}" srcOrd="2" destOrd="0" presId="urn:microsoft.com/office/officeart/2018/2/layout/IconVerticalSolidList"/>
    <dgm:cxn modelId="{9DF80D9C-219B-4A70-8360-B611C1B6F91C}" type="presParOf" srcId="{DBA5F17A-57B0-4CD4-8B9F-8AA8EE7B90D8}" destId="{B2D15C7D-373E-4D3B-9EBF-AD93D38D7CC5}" srcOrd="3" destOrd="0" presId="urn:microsoft.com/office/officeart/2018/2/layout/IconVerticalSolidList"/>
    <dgm:cxn modelId="{5D44301E-D1A7-442D-A5FE-D226EC9B1E34}" type="presParOf" srcId="{7EBD3D69-F549-49F3-B983-91D997E4E406}" destId="{4625E01A-E20F-43A0-97AC-94F509FCF6BA}" srcOrd="3" destOrd="0" presId="urn:microsoft.com/office/officeart/2018/2/layout/IconVerticalSolidList"/>
    <dgm:cxn modelId="{2724C4F8-1836-4D5E-B378-4A7245F0458C}" type="presParOf" srcId="{7EBD3D69-F549-49F3-B983-91D997E4E406}" destId="{61B06C48-8A51-44A7-8B71-9263EE6E6E90}" srcOrd="4" destOrd="0" presId="urn:microsoft.com/office/officeart/2018/2/layout/IconVerticalSolidList"/>
    <dgm:cxn modelId="{E8015F2D-88E8-4A2D-8A80-DE5F371D159E}" type="presParOf" srcId="{61B06C48-8A51-44A7-8B71-9263EE6E6E90}" destId="{7A1C5848-7A2F-426E-BDB0-3732BC495965}" srcOrd="0" destOrd="0" presId="urn:microsoft.com/office/officeart/2018/2/layout/IconVerticalSolidList"/>
    <dgm:cxn modelId="{DECAA596-2D3D-4AE4-88CA-EC3C6645524C}" type="presParOf" srcId="{61B06C48-8A51-44A7-8B71-9263EE6E6E90}" destId="{2571189E-E3D8-48F2-B690-BA714106B9C9}" srcOrd="1" destOrd="0" presId="urn:microsoft.com/office/officeart/2018/2/layout/IconVerticalSolidList"/>
    <dgm:cxn modelId="{B00067C6-A515-4D2E-A2F8-0C6DD6E8641C}" type="presParOf" srcId="{61B06C48-8A51-44A7-8B71-9263EE6E6E90}" destId="{5D63F386-E808-4EFF-AF3E-D5647330A346}" srcOrd="2" destOrd="0" presId="urn:microsoft.com/office/officeart/2018/2/layout/IconVerticalSolidList"/>
    <dgm:cxn modelId="{B9C9477F-0451-491F-8BF7-27A721F6D941}" type="presParOf" srcId="{61B06C48-8A51-44A7-8B71-9263EE6E6E90}" destId="{E97ADAAB-462E-4C4B-A1DB-B806FCBE4DB3}" srcOrd="3" destOrd="0" presId="urn:microsoft.com/office/officeart/2018/2/layout/IconVerticalSolidList"/>
    <dgm:cxn modelId="{6E16E4D3-8808-4511-B569-0D27B8139E2F}" type="presParOf" srcId="{7EBD3D69-F549-49F3-B983-91D997E4E406}" destId="{D4A2AA7F-11A1-401A-87CA-A11F0275DF7C}" srcOrd="5" destOrd="0" presId="urn:microsoft.com/office/officeart/2018/2/layout/IconVerticalSolidList"/>
    <dgm:cxn modelId="{FB0C034B-E0F9-436B-B0D5-4D005F5A4956}" type="presParOf" srcId="{7EBD3D69-F549-49F3-B983-91D997E4E406}" destId="{B7D55A28-11A5-4BFB-837B-80EE7745EBDE}" srcOrd="6" destOrd="0" presId="urn:microsoft.com/office/officeart/2018/2/layout/IconVerticalSolidList"/>
    <dgm:cxn modelId="{BA38B2C0-5E64-4660-AABE-2DF3FFD86B8D}" type="presParOf" srcId="{B7D55A28-11A5-4BFB-837B-80EE7745EBDE}" destId="{F7397412-722A-44F8-ADE4-CC0E7378DE4E}" srcOrd="0" destOrd="0" presId="urn:microsoft.com/office/officeart/2018/2/layout/IconVerticalSolidList"/>
    <dgm:cxn modelId="{7F4F95E4-F5CE-4328-B698-ECE3862746DB}" type="presParOf" srcId="{B7D55A28-11A5-4BFB-837B-80EE7745EBDE}" destId="{EB7C6ADF-16D9-4502-979A-F47AA32EAEE2}" srcOrd="1" destOrd="0" presId="urn:microsoft.com/office/officeart/2018/2/layout/IconVerticalSolidList"/>
    <dgm:cxn modelId="{091FB0D3-8707-4A3D-8CEF-F152A473670F}" type="presParOf" srcId="{B7D55A28-11A5-4BFB-837B-80EE7745EBDE}" destId="{47FE5637-425D-441C-9489-69490733FDC6}" srcOrd="2" destOrd="0" presId="urn:microsoft.com/office/officeart/2018/2/layout/IconVerticalSolidList"/>
    <dgm:cxn modelId="{3486FF80-A12E-40E4-A9B9-F7697F35F856}" type="presParOf" srcId="{B7D55A28-11A5-4BFB-837B-80EE7745EBDE}" destId="{06D09548-79CC-43A2-823C-C52163C13E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A0D416-ABB9-4C83-A080-1CA2B8187A0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D96B6D8-89C4-4EE6-877A-AF6550C6AFF2}">
      <dgm:prSet/>
      <dgm:spPr/>
      <dgm:t>
        <a:bodyPr/>
        <a:lstStyle/>
        <a:p>
          <a:r>
            <a:rPr lang="en-US"/>
            <a:t>S3 restricted via OAC (Origin Access Control)</a:t>
          </a:r>
        </a:p>
      </dgm:t>
    </dgm:pt>
    <dgm:pt modelId="{E09C3749-90EC-4792-A88D-3B780B62C7B6}" type="parTrans" cxnId="{2B9E0B18-5CE9-4FEF-8B53-222F9E8EC720}">
      <dgm:prSet/>
      <dgm:spPr/>
      <dgm:t>
        <a:bodyPr/>
        <a:lstStyle/>
        <a:p>
          <a:endParaRPr lang="en-US"/>
        </a:p>
      </dgm:t>
    </dgm:pt>
    <dgm:pt modelId="{601DCAC7-6130-4E1B-A260-DB2482ED981A}" type="sibTrans" cxnId="{2B9E0B18-5CE9-4FEF-8B53-222F9E8EC720}">
      <dgm:prSet/>
      <dgm:spPr/>
      <dgm:t>
        <a:bodyPr/>
        <a:lstStyle/>
        <a:p>
          <a:endParaRPr lang="en-US"/>
        </a:p>
      </dgm:t>
    </dgm:pt>
    <dgm:pt modelId="{3F108E2D-D6AA-44F6-B12F-7F37E6DAFD62}">
      <dgm:prSet/>
      <dgm:spPr/>
      <dgm:t>
        <a:bodyPr/>
        <a:lstStyle/>
        <a:p>
          <a:r>
            <a:rPr lang="en-US"/>
            <a:t>Fine-grained IAM roles per Lambda</a:t>
          </a:r>
        </a:p>
      </dgm:t>
    </dgm:pt>
    <dgm:pt modelId="{142C10BA-F763-45D4-95AF-D2CC22BE17CD}" type="parTrans" cxnId="{8C1230CA-EBEA-4921-B2C2-2181DA89A7CD}">
      <dgm:prSet/>
      <dgm:spPr/>
      <dgm:t>
        <a:bodyPr/>
        <a:lstStyle/>
        <a:p>
          <a:endParaRPr lang="en-US"/>
        </a:p>
      </dgm:t>
    </dgm:pt>
    <dgm:pt modelId="{312BA40C-9AB8-4A23-9701-EA2E720E9B71}" type="sibTrans" cxnId="{8C1230CA-EBEA-4921-B2C2-2181DA89A7CD}">
      <dgm:prSet/>
      <dgm:spPr/>
      <dgm:t>
        <a:bodyPr/>
        <a:lstStyle/>
        <a:p>
          <a:endParaRPr lang="en-US"/>
        </a:p>
      </dgm:t>
    </dgm:pt>
    <dgm:pt modelId="{4CDA7FAA-CE67-4B19-AD65-19863A996E31}">
      <dgm:prSet/>
      <dgm:spPr/>
      <dgm:t>
        <a:bodyPr/>
        <a:lstStyle/>
        <a:p>
          <a:r>
            <a:rPr lang="en-US" dirty="0"/>
            <a:t>oAuth2 authorization with Cognito</a:t>
          </a:r>
        </a:p>
      </dgm:t>
    </dgm:pt>
    <dgm:pt modelId="{531D1260-6C09-45E1-8B45-79066991235D}" type="parTrans" cxnId="{6DFAE8FC-5DA9-4543-A5DD-E23F0A60A360}">
      <dgm:prSet/>
      <dgm:spPr/>
      <dgm:t>
        <a:bodyPr/>
        <a:lstStyle/>
        <a:p>
          <a:endParaRPr lang="en-US"/>
        </a:p>
      </dgm:t>
    </dgm:pt>
    <dgm:pt modelId="{92755E8C-DEC3-4CF0-BAC3-EB20A7858E84}" type="sibTrans" cxnId="{6DFAE8FC-5DA9-4543-A5DD-E23F0A60A360}">
      <dgm:prSet/>
      <dgm:spPr/>
      <dgm:t>
        <a:bodyPr/>
        <a:lstStyle/>
        <a:p>
          <a:endParaRPr lang="en-US"/>
        </a:p>
      </dgm:t>
    </dgm:pt>
    <dgm:pt modelId="{A226B117-A557-427C-884B-2C27823B7C61}">
      <dgm:prSet/>
      <dgm:spPr/>
      <dgm:t>
        <a:bodyPr/>
        <a:lstStyle/>
        <a:p>
          <a:r>
            <a:rPr lang="en-US"/>
            <a:t>Principle of Least Privilege (POLP)</a:t>
          </a:r>
        </a:p>
      </dgm:t>
    </dgm:pt>
    <dgm:pt modelId="{6ADD7ABA-E85C-43FC-B9D0-BFB83A90CC7D}" type="parTrans" cxnId="{32070232-1707-4430-A056-DE5AB20A5939}">
      <dgm:prSet/>
      <dgm:spPr/>
      <dgm:t>
        <a:bodyPr/>
        <a:lstStyle/>
        <a:p>
          <a:endParaRPr lang="en-US"/>
        </a:p>
      </dgm:t>
    </dgm:pt>
    <dgm:pt modelId="{C35AAC8D-2344-4F92-802B-C184900E6D13}" type="sibTrans" cxnId="{32070232-1707-4430-A056-DE5AB20A5939}">
      <dgm:prSet/>
      <dgm:spPr/>
      <dgm:t>
        <a:bodyPr/>
        <a:lstStyle/>
        <a:p>
          <a:endParaRPr lang="en-US"/>
        </a:p>
      </dgm:t>
    </dgm:pt>
    <dgm:pt modelId="{E83FB1EF-56DE-6D4A-B719-8546241D2079}" type="pres">
      <dgm:prSet presAssocID="{5BA0D416-ABB9-4C83-A080-1CA2B8187A04}" presName="linear" presStyleCnt="0">
        <dgm:presLayoutVars>
          <dgm:animLvl val="lvl"/>
          <dgm:resizeHandles val="exact"/>
        </dgm:presLayoutVars>
      </dgm:prSet>
      <dgm:spPr/>
    </dgm:pt>
    <dgm:pt modelId="{2040D1B5-2A28-3A45-934A-CEADD62F42F8}" type="pres">
      <dgm:prSet presAssocID="{4D96B6D8-89C4-4EE6-877A-AF6550C6AF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33E044-228B-5E48-B917-12A38EAB0AF1}" type="pres">
      <dgm:prSet presAssocID="{601DCAC7-6130-4E1B-A260-DB2482ED981A}" presName="spacer" presStyleCnt="0"/>
      <dgm:spPr/>
    </dgm:pt>
    <dgm:pt modelId="{716A72A5-151F-7142-A9DD-2A94F2C38E3C}" type="pres">
      <dgm:prSet presAssocID="{3F108E2D-D6AA-44F6-B12F-7F37E6DAFD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5EA53D-41E9-B948-9F29-F201AB4810B2}" type="pres">
      <dgm:prSet presAssocID="{312BA40C-9AB8-4A23-9701-EA2E720E9B71}" presName="spacer" presStyleCnt="0"/>
      <dgm:spPr/>
    </dgm:pt>
    <dgm:pt modelId="{13133845-C049-0D45-9F06-22EFFFDBEBCA}" type="pres">
      <dgm:prSet presAssocID="{4CDA7FAA-CE67-4B19-AD65-19863A996E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7B06AA-A035-B84E-BAAE-51FC91E37C40}" type="pres">
      <dgm:prSet presAssocID="{92755E8C-DEC3-4CF0-BAC3-EB20A7858E84}" presName="spacer" presStyleCnt="0"/>
      <dgm:spPr/>
    </dgm:pt>
    <dgm:pt modelId="{1C2BB4A3-91D1-9040-8E45-732570CB50A5}" type="pres">
      <dgm:prSet presAssocID="{A226B117-A557-427C-884B-2C27823B7C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3CFD11-2573-4A45-BA20-C36A1F7CD5D4}" type="presOf" srcId="{3F108E2D-D6AA-44F6-B12F-7F37E6DAFD62}" destId="{716A72A5-151F-7142-A9DD-2A94F2C38E3C}" srcOrd="0" destOrd="0" presId="urn:microsoft.com/office/officeart/2005/8/layout/vList2"/>
    <dgm:cxn modelId="{2B9E0B18-5CE9-4FEF-8B53-222F9E8EC720}" srcId="{5BA0D416-ABB9-4C83-A080-1CA2B8187A04}" destId="{4D96B6D8-89C4-4EE6-877A-AF6550C6AFF2}" srcOrd="0" destOrd="0" parTransId="{E09C3749-90EC-4792-A88D-3B780B62C7B6}" sibTransId="{601DCAC7-6130-4E1B-A260-DB2482ED981A}"/>
    <dgm:cxn modelId="{25240E1B-9632-6F46-BF80-53567538D20C}" type="presOf" srcId="{5BA0D416-ABB9-4C83-A080-1CA2B8187A04}" destId="{E83FB1EF-56DE-6D4A-B719-8546241D2079}" srcOrd="0" destOrd="0" presId="urn:microsoft.com/office/officeart/2005/8/layout/vList2"/>
    <dgm:cxn modelId="{32070232-1707-4430-A056-DE5AB20A5939}" srcId="{5BA0D416-ABB9-4C83-A080-1CA2B8187A04}" destId="{A226B117-A557-427C-884B-2C27823B7C61}" srcOrd="3" destOrd="0" parTransId="{6ADD7ABA-E85C-43FC-B9D0-BFB83A90CC7D}" sibTransId="{C35AAC8D-2344-4F92-802B-C184900E6D13}"/>
    <dgm:cxn modelId="{16E7153C-CC3D-2E4F-88B7-44A7B892AB5A}" type="presOf" srcId="{4CDA7FAA-CE67-4B19-AD65-19863A996E31}" destId="{13133845-C049-0D45-9F06-22EFFFDBEBCA}" srcOrd="0" destOrd="0" presId="urn:microsoft.com/office/officeart/2005/8/layout/vList2"/>
    <dgm:cxn modelId="{0DA3BA90-88F5-BE48-B972-7578180BF387}" type="presOf" srcId="{A226B117-A557-427C-884B-2C27823B7C61}" destId="{1C2BB4A3-91D1-9040-8E45-732570CB50A5}" srcOrd="0" destOrd="0" presId="urn:microsoft.com/office/officeart/2005/8/layout/vList2"/>
    <dgm:cxn modelId="{8102DEAD-96BF-9243-8DEE-367A20CAFAD0}" type="presOf" srcId="{4D96B6D8-89C4-4EE6-877A-AF6550C6AFF2}" destId="{2040D1B5-2A28-3A45-934A-CEADD62F42F8}" srcOrd="0" destOrd="0" presId="urn:microsoft.com/office/officeart/2005/8/layout/vList2"/>
    <dgm:cxn modelId="{8C1230CA-EBEA-4921-B2C2-2181DA89A7CD}" srcId="{5BA0D416-ABB9-4C83-A080-1CA2B8187A04}" destId="{3F108E2D-D6AA-44F6-B12F-7F37E6DAFD62}" srcOrd="1" destOrd="0" parTransId="{142C10BA-F763-45D4-95AF-D2CC22BE17CD}" sibTransId="{312BA40C-9AB8-4A23-9701-EA2E720E9B71}"/>
    <dgm:cxn modelId="{6DFAE8FC-5DA9-4543-A5DD-E23F0A60A360}" srcId="{5BA0D416-ABB9-4C83-A080-1CA2B8187A04}" destId="{4CDA7FAA-CE67-4B19-AD65-19863A996E31}" srcOrd="2" destOrd="0" parTransId="{531D1260-6C09-45E1-8B45-79066991235D}" sibTransId="{92755E8C-DEC3-4CF0-BAC3-EB20A7858E84}"/>
    <dgm:cxn modelId="{0AEFBAA4-08D6-3B40-B00E-88CF6E66912E}" type="presParOf" srcId="{E83FB1EF-56DE-6D4A-B719-8546241D2079}" destId="{2040D1B5-2A28-3A45-934A-CEADD62F42F8}" srcOrd="0" destOrd="0" presId="urn:microsoft.com/office/officeart/2005/8/layout/vList2"/>
    <dgm:cxn modelId="{0CEA6A82-067A-F04C-89B3-AF2C67A3E535}" type="presParOf" srcId="{E83FB1EF-56DE-6D4A-B719-8546241D2079}" destId="{FC33E044-228B-5E48-B917-12A38EAB0AF1}" srcOrd="1" destOrd="0" presId="urn:microsoft.com/office/officeart/2005/8/layout/vList2"/>
    <dgm:cxn modelId="{D761034B-6170-CD45-89C8-38E3468517BB}" type="presParOf" srcId="{E83FB1EF-56DE-6D4A-B719-8546241D2079}" destId="{716A72A5-151F-7142-A9DD-2A94F2C38E3C}" srcOrd="2" destOrd="0" presId="urn:microsoft.com/office/officeart/2005/8/layout/vList2"/>
    <dgm:cxn modelId="{782E7433-0D4A-BE41-A967-D176112FF5DC}" type="presParOf" srcId="{E83FB1EF-56DE-6D4A-B719-8546241D2079}" destId="{5F5EA53D-41E9-B948-9F29-F201AB4810B2}" srcOrd="3" destOrd="0" presId="urn:microsoft.com/office/officeart/2005/8/layout/vList2"/>
    <dgm:cxn modelId="{0EA6BBF6-09CD-BA4A-9889-71477E067149}" type="presParOf" srcId="{E83FB1EF-56DE-6D4A-B719-8546241D2079}" destId="{13133845-C049-0D45-9F06-22EFFFDBEBCA}" srcOrd="4" destOrd="0" presId="urn:microsoft.com/office/officeart/2005/8/layout/vList2"/>
    <dgm:cxn modelId="{0AF21A0D-D4BD-664B-9FC2-CADAC4477831}" type="presParOf" srcId="{E83FB1EF-56DE-6D4A-B719-8546241D2079}" destId="{AF7B06AA-A035-B84E-BAAE-51FC91E37C40}" srcOrd="5" destOrd="0" presId="urn:microsoft.com/office/officeart/2005/8/layout/vList2"/>
    <dgm:cxn modelId="{8D7E0352-1FB3-8C46-8DE5-CE312CCA57BB}" type="presParOf" srcId="{E83FB1EF-56DE-6D4A-B719-8546241D2079}" destId="{1C2BB4A3-91D1-9040-8E45-732570CB50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DDA5E1-21DE-40A5-ADB0-708A42AF785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C438BD-A22E-4310-9C19-1DFF65CC3A18}">
      <dgm:prSet/>
      <dgm:spPr/>
      <dgm:t>
        <a:bodyPr/>
        <a:lstStyle/>
        <a:p>
          <a:r>
            <a:rPr lang="en-US"/>
            <a:t>pg_hba.conf error → fixed RDS config</a:t>
          </a:r>
        </a:p>
      </dgm:t>
    </dgm:pt>
    <dgm:pt modelId="{902A64A2-662C-468B-8C62-55BA5E08C3B2}" type="parTrans" cxnId="{DA5C8DE0-0D80-4492-BC11-310B3CF297BE}">
      <dgm:prSet/>
      <dgm:spPr/>
      <dgm:t>
        <a:bodyPr/>
        <a:lstStyle/>
        <a:p>
          <a:endParaRPr lang="en-US"/>
        </a:p>
      </dgm:t>
    </dgm:pt>
    <dgm:pt modelId="{9E5C062C-2AE0-419C-B585-7E65B9B11A81}" type="sibTrans" cxnId="{DA5C8DE0-0D80-4492-BC11-310B3CF297BE}">
      <dgm:prSet/>
      <dgm:spPr/>
      <dgm:t>
        <a:bodyPr/>
        <a:lstStyle/>
        <a:p>
          <a:endParaRPr lang="en-US"/>
        </a:p>
      </dgm:t>
    </dgm:pt>
    <dgm:pt modelId="{13AE0053-5236-48CB-8AD1-92051D4FFD55}">
      <dgm:prSet/>
      <dgm:spPr/>
      <dgm:t>
        <a:bodyPr/>
        <a:lstStyle/>
        <a:p>
          <a:r>
            <a:rPr lang="en-US"/>
            <a:t>CORS/403 → corrected OAC &amp; bucket policy</a:t>
          </a:r>
        </a:p>
      </dgm:t>
    </dgm:pt>
    <dgm:pt modelId="{DB74FB60-E4EA-45D4-80EA-F84C8DF97853}" type="parTrans" cxnId="{C26CCB43-DF8A-486B-A42C-905EDEA02CFF}">
      <dgm:prSet/>
      <dgm:spPr/>
      <dgm:t>
        <a:bodyPr/>
        <a:lstStyle/>
        <a:p>
          <a:endParaRPr lang="en-US"/>
        </a:p>
      </dgm:t>
    </dgm:pt>
    <dgm:pt modelId="{2AA024FB-031E-421C-8613-F25370644996}" type="sibTrans" cxnId="{C26CCB43-DF8A-486B-A42C-905EDEA02CFF}">
      <dgm:prSet/>
      <dgm:spPr/>
      <dgm:t>
        <a:bodyPr/>
        <a:lstStyle/>
        <a:p>
          <a:endParaRPr lang="en-US"/>
        </a:p>
      </dgm:t>
    </dgm:pt>
    <dgm:pt modelId="{CF395316-4D33-4DEA-B144-89EE27ABABA7}">
      <dgm:prSet/>
      <dgm:spPr/>
      <dgm:t>
        <a:bodyPr/>
        <a:lstStyle/>
        <a:p>
          <a:r>
            <a:rPr lang="en-US"/>
            <a:t>Lambda cold start → optimized handlers &amp; imports</a:t>
          </a:r>
        </a:p>
      </dgm:t>
    </dgm:pt>
    <dgm:pt modelId="{46A3DF25-B087-492D-B075-5467D10C4449}" type="parTrans" cxnId="{BAA2CB47-577C-479C-AB38-3CE4256A87DA}">
      <dgm:prSet/>
      <dgm:spPr/>
      <dgm:t>
        <a:bodyPr/>
        <a:lstStyle/>
        <a:p>
          <a:endParaRPr lang="en-US"/>
        </a:p>
      </dgm:t>
    </dgm:pt>
    <dgm:pt modelId="{4EF03775-5673-463C-BEEA-C83AE33441DC}" type="sibTrans" cxnId="{BAA2CB47-577C-479C-AB38-3CE4256A87DA}">
      <dgm:prSet/>
      <dgm:spPr/>
      <dgm:t>
        <a:bodyPr/>
        <a:lstStyle/>
        <a:p>
          <a:endParaRPr lang="en-US"/>
        </a:p>
      </dgm:t>
    </dgm:pt>
    <dgm:pt modelId="{5842798F-5A1A-5F40-9293-470BFEB61634}" type="pres">
      <dgm:prSet presAssocID="{A1DDA5E1-21DE-40A5-ADB0-708A42AF7856}" presName="Name0" presStyleCnt="0">
        <dgm:presLayoutVars>
          <dgm:dir/>
          <dgm:animLvl val="lvl"/>
          <dgm:resizeHandles val="exact"/>
        </dgm:presLayoutVars>
      </dgm:prSet>
      <dgm:spPr/>
    </dgm:pt>
    <dgm:pt modelId="{C4D2D832-13BC-0A4B-869F-4E864B0EDFAE}" type="pres">
      <dgm:prSet presAssocID="{CF395316-4D33-4DEA-B144-89EE27ABABA7}" presName="boxAndChildren" presStyleCnt="0"/>
      <dgm:spPr/>
    </dgm:pt>
    <dgm:pt modelId="{BF2A93A2-F582-BE41-B85F-564DD811DA4E}" type="pres">
      <dgm:prSet presAssocID="{CF395316-4D33-4DEA-B144-89EE27ABABA7}" presName="parentTextBox" presStyleLbl="node1" presStyleIdx="0" presStyleCnt="3"/>
      <dgm:spPr/>
    </dgm:pt>
    <dgm:pt modelId="{0CDEEB63-5C0E-4D49-8E0E-83E998204235}" type="pres">
      <dgm:prSet presAssocID="{2AA024FB-031E-421C-8613-F25370644996}" presName="sp" presStyleCnt="0"/>
      <dgm:spPr/>
    </dgm:pt>
    <dgm:pt modelId="{33E52537-E0C9-B94A-9694-D1E258A2CFD9}" type="pres">
      <dgm:prSet presAssocID="{13AE0053-5236-48CB-8AD1-92051D4FFD55}" presName="arrowAndChildren" presStyleCnt="0"/>
      <dgm:spPr/>
    </dgm:pt>
    <dgm:pt modelId="{F21C2398-D1BC-594D-9900-C8E20356DCB8}" type="pres">
      <dgm:prSet presAssocID="{13AE0053-5236-48CB-8AD1-92051D4FFD55}" presName="parentTextArrow" presStyleLbl="node1" presStyleIdx="1" presStyleCnt="3"/>
      <dgm:spPr/>
    </dgm:pt>
    <dgm:pt modelId="{8B134174-9D10-2547-B930-DD162508EA2A}" type="pres">
      <dgm:prSet presAssocID="{9E5C062C-2AE0-419C-B585-7E65B9B11A81}" presName="sp" presStyleCnt="0"/>
      <dgm:spPr/>
    </dgm:pt>
    <dgm:pt modelId="{A991CE43-B12B-0044-AA73-D484BCE3EBC8}" type="pres">
      <dgm:prSet presAssocID="{5EC438BD-A22E-4310-9C19-1DFF65CC3A18}" presName="arrowAndChildren" presStyleCnt="0"/>
      <dgm:spPr/>
    </dgm:pt>
    <dgm:pt modelId="{80987596-8F8B-7749-8EDF-0E99F5667A27}" type="pres">
      <dgm:prSet presAssocID="{5EC438BD-A22E-4310-9C19-1DFF65CC3A18}" presName="parentTextArrow" presStyleLbl="node1" presStyleIdx="2" presStyleCnt="3"/>
      <dgm:spPr/>
    </dgm:pt>
  </dgm:ptLst>
  <dgm:cxnLst>
    <dgm:cxn modelId="{C26CCB43-DF8A-486B-A42C-905EDEA02CFF}" srcId="{A1DDA5E1-21DE-40A5-ADB0-708A42AF7856}" destId="{13AE0053-5236-48CB-8AD1-92051D4FFD55}" srcOrd="1" destOrd="0" parTransId="{DB74FB60-E4EA-45D4-80EA-F84C8DF97853}" sibTransId="{2AA024FB-031E-421C-8613-F25370644996}"/>
    <dgm:cxn modelId="{BAA2CB47-577C-479C-AB38-3CE4256A87DA}" srcId="{A1DDA5E1-21DE-40A5-ADB0-708A42AF7856}" destId="{CF395316-4D33-4DEA-B144-89EE27ABABA7}" srcOrd="2" destOrd="0" parTransId="{46A3DF25-B087-492D-B075-5467D10C4449}" sibTransId="{4EF03775-5673-463C-BEEA-C83AE33441DC}"/>
    <dgm:cxn modelId="{20CC9E4C-EB08-874D-A7B3-A22EDADA046B}" type="presOf" srcId="{A1DDA5E1-21DE-40A5-ADB0-708A42AF7856}" destId="{5842798F-5A1A-5F40-9293-470BFEB61634}" srcOrd="0" destOrd="0" presId="urn:microsoft.com/office/officeart/2005/8/layout/process4"/>
    <dgm:cxn modelId="{B954F388-3762-7641-9F4F-9A66E21EF39D}" type="presOf" srcId="{5EC438BD-A22E-4310-9C19-1DFF65CC3A18}" destId="{80987596-8F8B-7749-8EDF-0E99F5667A27}" srcOrd="0" destOrd="0" presId="urn:microsoft.com/office/officeart/2005/8/layout/process4"/>
    <dgm:cxn modelId="{C83E9FA3-47EA-094F-B4C8-C980CC92947E}" type="presOf" srcId="{13AE0053-5236-48CB-8AD1-92051D4FFD55}" destId="{F21C2398-D1BC-594D-9900-C8E20356DCB8}" srcOrd="0" destOrd="0" presId="urn:microsoft.com/office/officeart/2005/8/layout/process4"/>
    <dgm:cxn modelId="{DA5C8DE0-0D80-4492-BC11-310B3CF297BE}" srcId="{A1DDA5E1-21DE-40A5-ADB0-708A42AF7856}" destId="{5EC438BD-A22E-4310-9C19-1DFF65CC3A18}" srcOrd="0" destOrd="0" parTransId="{902A64A2-662C-468B-8C62-55BA5E08C3B2}" sibTransId="{9E5C062C-2AE0-419C-B585-7E65B9B11A81}"/>
    <dgm:cxn modelId="{602F92F4-C11C-C04E-9F23-8ADC6A4BA759}" type="presOf" srcId="{CF395316-4D33-4DEA-B144-89EE27ABABA7}" destId="{BF2A93A2-F582-BE41-B85F-564DD811DA4E}" srcOrd="0" destOrd="0" presId="urn:microsoft.com/office/officeart/2005/8/layout/process4"/>
    <dgm:cxn modelId="{FA984C2F-C622-8B43-A79B-5BBB5D3A882F}" type="presParOf" srcId="{5842798F-5A1A-5F40-9293-470BFEB61634}" destId="{C4D2D832-13BC-0A4B-869F-4E864B0EDFAE}" srcOrd="0" destOrd="0" presId="urn:microsoft.com/office/officeart/2005/8/layout/process4"/>
    <dgm:cxn modelId="{516BB978-1702-9145-BB05-9E658870FC1C}" type="presParOf" srcId="{C4D2D832-13BC-0A4B-869F-4E864B0EDFAE}" destId="{BF2A93A2-F582-BE41-B85F-564DD811DA4E}" srcOrd="0" destOrd="0" presId="urn:microsoft.com/office/officeart/2005/8/layout/process4"/>
    <dgm:cxn modelId="{E8699763-EA2C-5042-BA3C-9B2135776B87}" type="presParOf" srcId="{5842798F-5A1A-5F40-9293-470BFEB61634}" destId="{0CDEEB63-5C0E-4D49-8E0E-83E998204235}" srcOrd="1" destOrd="0" presId="urn:microsoft.com/office/officeart/2005/8/layout/process4"/>
    <dgm:cxn modelId="{A2E2937E-DDC4-3E49-B904-F86FB395EACA}" type="presParOf" srcId="{5842798F-5A1A-5F40-9293-470BFEB61634}" destId="{33E52537-E0C9-B94A-9694-D1E258A2CFD9}" srcOrd="2" destOrd="0" presId="urn:microsoft.com/office/officeart/2005/8/layout/process4"/>
    <dgm:cxn modelId="{C4616B0F-9D3C-5C40-92BF-C46ABCFC1F79}" type="presParOf" srcId="{33E52537-E0C9-B94A-9694-D1E258A2CFD9}" destId="{F21C2398-D1BC-594D-9900-C8E20356DCB8}" srcOrd="0" destOrd="0" presId="urn:microsoft.com/office/officeart/2005/8/layout/process4"/>
    <dgm:cxn modelId="{A8FD03CA-CA92-4B42-9929-48D5245C7BA2}" type="presParOf" srcId="{5842798F-5A1A-5F40-9293-470BFEB61634}" destId="{8B134174-9D10-2547-B930-DD162508EA2A}" srcOrd="3" destOrd="0" presId="urn:microsoft.com/office/officeart/2005/8/layout/process4"/>
    <dgm:cxn modelId="{1053135C-6EB2-0646-B8D7-C64C877516D6}" type="presParOf" srcId="{5842798F-5A1A-5F40-9293-470BFEB61634}" destId="{A991CE43-B12B-0044-AA73-D484BCE3EBC8}" srcOrd="4" destOrd="0" presId="urn:microsoft.com/office/officeart/2005/8/layout/process4"/>
    <dgm:cxn modelId="{07925C43-00A2-E64C-959B-DD01760BFC03}" type="presParOf" srcId="{A991CE43-B12B-0044-AA73-D484BCE3EBC8}" destId="{80987596-8F8B-7749-8EDF-0E99F5667A2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D9DD71-B847-4518-BD6D-892E43995CB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50E0773-9187-49F1-87F1-681B29A85A86}">
      <dgm:prSet/>
      <dgm:spPr/>
      <dgm:t>
        <a:bodyPr/>
        <a:lstStyle/>
        <a:p>
          <a:r>
            <a:rPr lang="en-US" dirty="0"/>
            <a:t>Analytics &amp; Recommendation Engine</a:t>
          </a:r>
        </a:p>
      </dgm:t>
    </dgm:pt>
    <dgm:pt modelId="{35576DB9-2E54-49BB-B550-6A3F45A7F665}" type="parTrans" cxnId="{B7F855C5-D558-496C-AFA6-AF15F8CC143F}">
      <dgm:prSet/>
      <dgm:spPr/>
      <dgm:t>
        <a:bodyPr/>
        <a:lstStyle/>
        <a:p>
          <a:endParaRPr lang="en-US"/>
        </a:p>
      </dgm:t>
    </dgm:pt>
    <dgm:pt modelId="{CCBA3482-C348-44E1-93CD-E87141AD4CF1}" type="sibTrans" cxnId="{B7F855C5-D558-496C-AFA6-AF15F8CC143F}">
      <dgm:prSet/>
      <dgm:spPr/>
      <dgm:t>
        <a:bodyPr/>
        <a:lstStyle/>
        <a:p>
          <a:endParaRPr lang="en-US"/>
        </a:p>
      </dgm:t>
    </dgm:pt>
    <dgm:pt modelId="{B581262A-AD2C-4A99-8D59-150D57AE2D05}">
      <dgm:prSet/>
      <dgm:spPr/>
      <dgm:t>
        <a:bodyPr/>
        <a:lstStyle/>
        <a:p>
          <a:r>
            <a:rPr lang="en-US" dirty="0"/>
            <a:t>Automate CloudFront invalidation</a:t>
          </a:r>
        </a:p>
      </dgm:t>
    </dgm:pt>
    <dgm:pt modelId="{05DCD2E5-984F-40DF-861B-A7B0BE4CDE6B}" type="parTrans" cxnId="{B31AB874-74BB-4F46-87A3-0B646AEDF364}">
      <dgm:prSet/>
      <dgm:spPr/>
      <dgm:t>
        <a:bodyPr/>
        <a:lstStyle/>
        <a:p>
          <a:endParaRPr lang="en-US"/>
        </a:p>
      </dgm:t>
    </dgm:pt>
    <dgm:pt modelId="{69BBFE3E-CFE8-4A4D-9EFC-6A2ADC5793D1}" type="sibTrans" cxnId="{B31AB874-74BB-4F46-87A3-0B646AEDF364}">
      <dgm:prSet/>
      <dgm:spPr/>
      <dgm:t>
        <a:bodyPr/>
        <a:lstStyle/>
        <a:p>
          <a:endParaRPr lang="en-US"/>
        </a:p>
      </dgm:t>
    </dgm:pt>
    <dgm:pt modelId="{FB4D461C-0202-47A7-B5B3-A5E1F084C26B}">
      <dgm:prSet/>
      <dgm:spPr/>
      <dgm:t>
        <a:bodyPr/>
        <a:lstStyle/>
        <a:p>
          <a:r>
            <a:rPr lang="en-US" dirty="0"/>
            <a:t>AI-based content moderation for reviews</a:t>
          </a:r>
        </a:p>
      </dgm:t>
    </dgm:pt>
    <dgm:pt modelId="{3C3FA5ED-5788-42ED-B3FB-C4D02CC920C1}" type="parTrans" cxnId="{2FD11181-5BC0-44DD-BB94-301DFCBFF8C5}">
      <dgm:prSet/>
      <dgm:spPr/>
      <dgm:t>
        <a:bodyPr/>
        <a:lstStyle/>
        <a:p>
          <a:endParaRPr lang="en-US"/>
        </a:p>
      </dgm:t>
    </dgm:pt>
    <dgm:pt modelId="{8509B0DC-5408-4014-A38B-6C44EC4916BB}" type="sibTrans" cxnId="{2FD11181-5BC0-44DD-BB94-301DFCBFF8C5}">
      <dgm:prSet/>
      <dgm:spPr/>
      <dgm:t>
        <a:bodyPr/>
        <a:lstStyle/>
        <a:p>
          <a:endParaRPr lang="en-US"/>
        </a:p>
      </dgm:t>
    </dgm:pt>
    <dgm:pt modelId="{3F85CCBA-5875-0044-8185-8E4521780169}" type="pres">
      <dgm:prSet presAssocID="{8CD9DD71-B847-4518-BD6D-892E43995CB8}" presName="linear" presStyleCnt="0">
        <dgm:presLayoutVars>
          <dgm:animLvl val="lvl"/>
          <dgm:resizeHandles val="exact"/>
        </dgm:presLayoutVars>
      </dgm:prSet>
      <dgm:spPr/>
    </dgm:pt>
    <dgm:pt modelId="{1C75CFAC-E29B-7549-8CD6-3EDDE6EB7357}" type="pres">
      <dgm:prSet presAssocID="{A50E0773-9187-49F1-87F1-681B29A85A8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E48B82-29E7-B24A-9283-C6C3C303D99B}" type="pres">
      <dgm:prSet presAssocID="{CCBA3482-C348-44E1-93CD-E87141AD4CF1}" presName="spacer" presStyleCnt="0"/>
      <dgm:spPr/>
    </dgm:pt>
    <dgm:pt modelId="{5BDECBBD-A238-1641-96FA-EC0BD1DD96EE}" type="pres">
      <dgm:prSet presAssocID="{B581262A-AD2C-4A99-8D59-150D57AE2D0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C7D3EC-D056-024C-880B-6A8405558EEF}" type="pres">
      <dgm:prSet presAssocID="{69BBFE3E-CFE8-4A4D-9EFC-6A2ADC5793D1}" presName="spacer" presStyleCnt="0"/>
      <dgm:spPr/>
    </dgm:pt>
    <dgm:pt modelId="{B057A8A7-E98F-874E-9D74-237799F0A243}" type="pres">
      <dgm:prSet presAssocID="{FB4D461C-0202-47A7-B5B3-A5E1F084C2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1AB874-74BB-4F46-87A3-0B646AEDF364}" srcId="{8CD9DD71-B847-4518-BD6D-892E43995CB8}" destId="{B581262A-AD2C-4A99-8D59-150D57AE2D05}" srcOrd="1" destOrd="0" parTransId="{05DCD2E5-984F-40DF-861B-A7B0BE4CDE6B}" sibTransId="{69BBFE3E-CFE8-4A4D-9EFC-6A2ADC5793D1}"/>
    <dgm:cxn modelId="{2FD11181-5BC0-44DD-BB94-301DFCBFF8C5}" srcId="{8CD9DD71-B847-4518-BD6D-892E43995CB8}" destId="{FB4D461C-0202-47A7-B5B3-A5E1F084C26B}" srcOrd="2" destOrd="0" parTransId="{3C3FA5ED-5788-42ED-B3FB-C4D02CC920C1}" sibTransId="{8509B0DC-5408-4014-A38B-6C44EC4916BB}"/>
    <dgm:cxn modelId="{78877186-16EE-C04B-B613-BA2C8DF51CB1}" type="presOf" srcId="{8CD9DD71-B847-4518-BD6D-892E43995CB8}" destId="{3F85CCBA-5875-0044-8185-8E4521780169}" srcOrd="0" destOrd="0" presId="urn:microsoft.com/office/officeart/2005/8/layout/vList2"/>
    <dgm:cxn modelId="{B61C86B0-DE89-7443-A983-F39852B73B5E}" type="presOf" srcId="{A50E0773-9187-49F1-87F1-681B29A85A86}" destId="{1C75CFAC-E29B-7549-8CD6-3EDDE6EB7357}" srcOrd="0" destOrd="0" presId="urn:microsoft.com/office/officeart/2005/8/layout/vList2"/>
    <dgm:cxn modelId="{FF0A01C5-D5CB-6E45-9F77-1265EED2182F}" type="presOf" srcId="{FB4D461C-0202-47A7-B5B3-A5E1F084C26B}" destId="{B057A8A7-E98F-874E-9D74-237799F0A243}" srcOrd="0" destOrd="0" presId="urn:microsoft.com/office/officeart/2005/8/layout/vList2"/>
    <dgm:cxn modelId="{B7F855C5-D558-496C-AFA6-AF15F8CC143F}" srcId="{8CD9DD71-B847-4518-BD6D-892E43995CB8}" destId="{A50E0773-9187-49F1-87F1-681B29A85A86}" srcOrd="0" destOrd="0" parTransId="{35576DB9-2E54-49BB-B550-6A3F45A7F665}" sibTransId="{CCBA3482-C348-44E1-93CD-E87141AD4CF1}"/>
    <dgm:cxn modelId="{00D57CCC-0D71-7B46-911D-E2E8F6DFD3DD}" type="presOf" srcId="{B581262A-AD2C-4A99-8D59-150D57AE2D05}" destId="{5BDECBBD-A238-1641-96FA-EC0BD1DD96EE}" srcOrd="0" destOrd="0" presId="urn:microsoft.com/office/officeart/2005/8/layout/vList2"/>
    <dgm:cxn modelId="{10087D75-2768-A841-930E-84F133EAE4D5}" type="presParOf" srcId="{3F85CCBA-5875-0044-8185-8E4521780169}" destId="{1C75CFAC-E29B-7549-8CD6-3EDDE6EB7357}" srcOrd="0" destOrd="0" presId="urn:microsoft.com/office/officeart/2005/8/layout/vList2"/>
    <dgm:cxn modelId="{39C0D83E-0BE7-0E49-9EA8-846F7B1D659B}" type="presParOf" srcId="{3F85CCBA-5875-0044-8185-8E4521780169}" destId="{4DE48B82-29E7-B24A-9283-C6C3C303D99B}" srcOrd="1" destOrd="0" presId="urn:microsoft.com/office/officeart/2005/8/layout/vList2"/>
    <dgm:cxn modelId="{07802263-E8BA-ED41-A01C-C13736D2C62E}" type="presParOf" srcId="{3F85CCBA-5875-0044-8185-8E4521780169}" destId="{5BDECBBD-A238-1641-96FA-EC0BD1DD96EE}" srcOrd="2" destOrd="0" presId="urn:microsoft.com/office/officeart/2005/8/layout/vList2"/>
    <dgm:cxn modelId="{251C5986-977C-4A42-ACD1-8D57FEE94582}" type="presParOf" srcId="{3F85CCBA-5875-0044-8185-8E4521780169}" destId="{71C7D3EC-D056-024C-880B-6A8405558EEF}" srcOrd="3" destOrd="0" presId="urn:microsoft.com/office/officeart/2005/8/layout/vList2"/>
    <dgm:cxn modelId="{1ED1E376-3FE8-2D46-8D55-BD55F1C53165}" type="presParOf" srcId="{3F85CCBA-5875-0044-8185-8E4521780169}" destId="{B057A8A7-E98F-874E-9D74-237799F0A2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0AEB3-AB0E-481C-99E6-E3CB15356001}">
      <dsp:nvSpPr>
        <dsp:cNvPr id="0" name=""/>
        <dsp:cNvSpPr/>
      </dsp:nvSpPr>
      <dsp:spPr>
        <a:xfrm>
          <a:off x="42044" y="648754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C059A-BCAE-4C33-A3FE-DA8B5F68B959}">
      <dsp:nvSpPr>
        <dsp:cNvPr id="0" name=""/>
        <dsp:cNvSpPr/>
      </dsp:nvSpPr>
      <dsp:spPr>
        <a:xfrm>
          <a:off x="228716" y="835425"/>
          <a:ext cx="515568" cy="5155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2071C-E7A5-4975-9A49-FEB13F86E23F}">
      <dsp:nvSpPr>
        <dsp:cNvPr id="0" name=""/>
        <dsp:cNvSpPr/>
      </dsp:nvSpPr>
      <dsp:spPr>
        <a:xfrm>
          <a:off x="1121436" y="648754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Build fully serverless, auto-scaling backend</a:t>
          </a:r>
        </a:p>
      </dsp:txBody>
      <dsp:txXfrm>
        <a:off x="1121436" y="648754"/>
        <a:ext cx="2095289" cy="888910"/>
      </dsp:txXfrm>
    </dsp:sp>
    <dsp:sp modelId="{0B6516A2-544F-4BAA-B9B9-CDC5CCA410D7}">
      <dsp:nvSpPr>
        <dsp:cNvPr id="0" name=""/>
        <dsp:cNvSpPr/>
      </dsp:nvSpPr>
      <dsp:spPr>
        <a:xfrm>
          <a:off x="3581813" y="648754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1FF35-4183-457F-AFBA-CF7A692DA68F}">
      <dsp:nvSpPr>
        <dsp:cNvPr id="0" name=""/>
        <dsp:cNvSpPr/>
      </dsp:nvSpPr>
      <dsp:spPr>
        <a:xfrm>
          <a:off x="3768484" y="835425"/>
          <a:ext cx="515568" cy="5155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B10B4-5C51-4F50-A12A-0371663B248E}">
      <dsp:nvSpPr>
        <dsp:cNvPr id="0" name=""/>
        <dsp:cNvSpPr/>
      </dsp:nvSpPr>
      <dsp:spPr>
        <a:xfrm>
          <a:off x="4661204" y="648754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Enable fast, secure content delivery via CloudFront</a:t>
          </a:r>
        </a:p>
      </dsp:txBody>
      <dsp:txXfrm>
        <a:off x="4661204" y="648754"/>
        <a:ext cx="2095289" cy="888910"/>
      </dsp:txXfrm>
    </dsp:sp>
    <dsp:sp modelId="{107D9EA6-8030-4DF3-BA42-F634CB7EF57F}">
      <dsp:nvSpPr>
        <dsp:cNvPr id="0" name=""/>
        <dsp:cNvSpPr/>
      </dsp:nvSpPr>
      <dsp:spPr>
        <a:xfrm>
          <a:off x="42044" y="2167551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1655E-45A7-4FFD-B763-614D4DA8CBC8}">
      <dsp:nvSpPr>
        <dsp:cNvPr id="0" name=""/>
        <dsp:cNvSpPr/>
      </dsp:nvSpPr>
      <dsp:spPr>
        <a:xfrm>
          <a:off x="228716" y="2354223"/>
          <a:ext cx="515568" cy="5155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F874-E667-436F-A73B-C1DBA1B1B748}">
      <dsp:nvSpPr>
        <dsp:cNvPr id="0" name=""/>
        <dsp:cNvSpPr/>
      </dsp:nvSpPr>
      <dsp:spPr>
        <a:xfrm>
          <a:off x="1121436" y="2167551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Provide media upload/download with preview support</a:t>
          </a:r>
        </a:p>
      </dsp:txBody>
      <dsp:txXfrm>
        <a:off x="1121436" y="2167551"/>
        <a:ext cx="2095289" cy="888910"/>
      </dsp:txXfrm>
    </dsp:sp>
    <dsp:sp modelId="{911BE0A3-947B-4859-B5B2-3DBA4401EEE9}">
      <dsp:nvSpPr>
        <dsp:cNvPr id="0" name=""/>
        <dsp:cNvSpPr/>
      </dsp:nvSpPr>
      <dsp:spPr>
        <a:xfrm>
          <a:off x="3581813" y="2167551"/>
          <a:ext cx="888910" cy="88891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E84D1-4DAE-4D33-9222-15EFC3BB31F3}">
      <dsp:nvSpPr>
        <dsp:cNvPr id="0" name=""/>
        <dsp:cNvSpPr/>
      </dsp:nvSpPr>
      <dsp:spPr>
        <a:xfrm>
          <a:off x="3768484" y="2354223"/>
          <a:ext cx="515568" cy="5155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74BF1-E68C-4DEC-BC64-FDF4030567A3}">
      <dsp:nvSpPr>
        <dsp:cNvPr id="0" name=""/>
        <dsp:cNvSpPr/>
      </dsp:nvSpPr>
      <dsp:spPr>
        <a:xfrm>
          <a:off x="4661204" y="2167551"/>
          <a:ext cx="2095289" cy="88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Maintain clean modular architecture for extensibility</a:t>
          </a:r>
        </a:p>
      </dsp:txBody>
      <dsp:txXfrm>
        <a:off x="4661204" y="2167551"/>
        <a:ext cx="2095289" cy="888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1E9A4-C3B6-4FA7-8179-A1780A38A2F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6EBC4-A7A3-45D7-9F02-BDC8EC1EDD24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DBDFD-934C-4AB0-931D-4D0AFA9C6746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Catalog Service – Manage restaurants (image upload, tags)</a:t>
          </a:r>
        </a:p>
      </dsp:txBody>
      <dsp:txXfrm>
        <a:off x="1948202" y="368029"/>
        <a:ext cx="3233964" cy="1371985"/>
      </dsp:txXfrm>
    </dsp:sp>
    <dsp:sp modelId="{B31EE63F-F478-4C77-9369-3E1562A9938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63D47-3106-4285-B60E-E5CEE37E257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7EA89-2C62-4D1D-8228-C6A83040BF6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Review Service – Reviews &amp; ratings (pagination, validation)</a:t>
          </a:r>
        </a:p>
      </dsp:txBody>
      <dsp:txXfrm>
        <a:off x="7411643" y="368029"/>
        <a:ext cx="3233964" cy="1371985"/>
      </dsp:txXfrm>
    </dsp:sp>
    <dsp:sp modelId="{BF74F5A9-1951-4B3D-B0DF-D8BDEE5E83B5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F7DEA-B219-419B-A20D-A41D0450176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377B5-4982-4F78-9822-421E3DF79B6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BFF service (to support BFF pattern)</a:t>
          </a:r>
        </a:p>
      </dsp:txBody>
      <dsp:txXfrm>
        <a:off x="1948202" y="2452790"/>
        <a:ext cx="3233964" cy="1371985"/>
      </dsp:txXfrm>
    </dsp:sp>
    <dsp:sp modelId="{8F020FD7-4009-4072-8491-B631860A7B9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BE768-3978-4822-8F0A-C9DA01E22F9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B794F-BCC9-4A2E-81D3-E5A4D44AFDD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Utils – Shared logic for S3 and DB</a:t>
          </a:r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BDDFE-66B7-420B-9826-88D6079CC03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B9F26-2106-4F32-BD9A-184886CA93F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04B76-7259-4279-9B75-2676AF14B623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GitHub Actions + OIDC role assumption</a:t>
          </a:r>
        </a:p>
      </dsp:txBody>
      <dsp:txXfrm>
        <a:off x="1339618" y="2288"/>
        <a:ext cx="5024605" cy="1159843"/>
      </dsp:txXfrm>
    </dsp:sp>
    <dsp:sp modelId="{EA72EB83-C3E7-4A11-BB2B-D0CDA3F282A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5BE1A-6D12-47DD-9580-2258609E174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15C7D-373E-4D3B-9EBF-AD93D38D7CC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Deployment via serverless deploy</a:t>
          </a:r>
        </a:p>
      </dsp:txBody>
      <dsp:txXfrm>
        <a:off x="1339618" y="1452092"/>
        <a:ext cx="5024605" cy="1159843"/>
      </dsp:txXfrm>
    </dsp:sp>
    <dsp:sp modelId="{7A1C5848-7A2F-426E-BDB0-3732BC49596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1189E-E3D8-48F2-B690-BA714106B9C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ADAAB-462E-4C4B-A1DB-B806FCBE4DB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Environments: Dev / Staging / Prod</a:t>
          </a:r>
        </a:p>
      </dsp:txBody>
      <dsp:txXfrm>
        <a:off x="1339618" y="2901896"/>
        <a:ext cx="5024605" cy="1159843"/>
      </dsp:txXfrm>
    </dsp:sp>
    <dsp:sp modelId="{F7397412-722A-44F8-ADE4-CC0E7378DE4E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C6ADF-16D9-4502-979A-F47AA32EAEE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09548-79CC-43A2-823C-C52163C13E2A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Parameter store for secrets</a:t>
          </a:r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0D1B5-2A28-3A45-934A-CEADD62F42F8}">
      <dsp:nvSpPr>
        <dsp:cNvPr id="0" name=""/>
        <dsp:cNvSpPr/>
      </dsp:nvSpPr>
      <dsp:spPr>
        <a:xfrm>
          <a:off x="0" y="72756"/>
          <a:ext cx="6364224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S3 restricted via OAC (Origin Access Control)</a:t>
          </a:r>
        </a:p>
      </dsp:txBody>
      <dsp:txXfrm>
        <a:off x="62141" y="134897"/>
        <a:ext cx="6239942" cy="1148678"/>
      </dsp:txXfrm>
    </dsp:sp>
    <dsp:sp modelId="{716A72A5-151F-7142-A9DD-2A94F2C38E3C}">
      <dsp:nvSpPr>
        <dsp:cNvPr id="0" name=""/>
        <dsp:cNvSpPr/>
      </dsp:nvSpPr>
      <dsp:spPr>
        <a:xfrm>
          <a:off x="0" y="1437876"/>
          <a:ext cx="6364224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Fine-grained IAM roles per Lambda</a:t>
          </a:r>
        </a:p>
      </dsp:txBody>
      <dsp:txXfrm>
        <a:off x="62141" y="1500017"/>
        <a:ext cx="6239942" cy="1148678"/>
      </dsp:txXfrm>
    </dsp:sp>
    <dsp:sp modelId="{13133845-C049-0D45-9F06-22EFFFDBEBCA}">
      <dsp:nvSpPr>
        <dsp:cNvPr id="0" name=""/>
        <dsp:cNvSpPr/>
      </dsp:nvSpPr>
      <dsp:spPr>
        <a:xfrm>
          <a:off x="0" y="2802996"/>
          <a:ext cx="6364224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oAuth2 authorization with Cognito</a:t>
          </a:r>
        </a:p>
      </dsp:txBody>
      <dsp:txXfrm>
        <a:off x="62141" y="2865137"/>
        <a:ext cx="6239942" cy="1148678"/>
      </dsp:txXfrm>
    </dsp:sp>
    <dsp:sp modelId="{1C2BB4A3-91D1-9040-8E45-732570CB50A5}">
      <dsp:nvSpPr>
        <dsp:cNvPr id="0" name=""/>
        <dsp:cNvSpPr/>
      </dsp:nvSpPr>
      <dsp:spPr>
        <a:xfrm>
          <a:off x="0" y="4168116"/>
          <a:ext cx="6364224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Principle of Least Privilege (POLP)</a:t>
          </a:r>
        </a:p>
      </dsp:txBody>
      <dsp:txXfrm>
        <a:off x="62141" y="4230257"/>
        <a:ext cx="6239942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A93A2-F582-BE41-B85F-564DD811DA4E}">
      <dsp:nvSpPr>
        <dsp:cNvPr id="0" name=""/>
        <dsp:cNvSpPr/>
      </dsp:nvSpPr>
      <dsp:spPr>
        <a:xfrm>
          <a:off x="0" y="4150553"/>
          <a:ext cx="6364224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Lambda cold start → optimized handlers &amp; imports</a:t>
          </a:r>
        </a:p>
      </dsp:txBody>
      <dsp:txXfrm>
        <a:off x="0" y="4150553"/>
        <a:ext cx="6364224" cy="1362304"/>
      </dsp:txXfrm>
    </dsp:sp>
    <dsp:sp modelId="{F21C2398-D1BC-594D-9900-C8E20356DCB8}">
      <dsp:nvSpPr>
        <dsp:cNvPr id="0" name=""/>
        <dsp:cNvSpPr/>
      </dsp:nvSpPr>
      <dsp:spPr>
        <a:xfrm rot="10800000">
          <a:off x="0" y="2075763"/>
          <a:ext cx="6364224" cy="2095223"/>
        </a:xfrm>
        <a:prstGeom prst="upArrowCallou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CORS/403 → corrected OAC &amp; bucket policy</a:t>
          </a:r>
        </a:p>
      </dsp:txBody>
      <dsp:txXfrm rot="10800000">
        <a:off x="0" y="2075763"/>
        <a:ext cx="6364224" cy="1361413"/>
      </dsp:txXfrm>
    </dsp:sp>
    <dsp:sp modelId="{80987596-8F8B-7749-8EDF-0E99F5667A27}">
      <dsp:nvSpPr>
        <dsp:cNvPr id="0" name=""/>
        <dsp:cNvSpPr/>
      </dsp:nvSpPr>
      <dsp:spPr>
        <a:xfrm rot="10800000">
          <a:off x="0" y="974"/>
          <a:ext cx="6364224" cy="2095223"/>
        </a:xfrm>
        <a:prstGeom prst="upArrowCallou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pg_hba.conf error → fixed RDS config</a:t>
          </a:r>
        </a:p>
      </dsp:txBody>
      <dsp:txXfrm rot="10800000">
        <a:off x="0" y="974"/>
        <a:ext cx="6364224" cy="13614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5CFAC-E29B-7549-8CD6-3EDDE6EB7357}">
      <dsp:nvSpPr>
        <dsp:cNvPr id="0" name=""/>
        <dsp:cNvSpPr/>
      </dsp:nvSpPr>
      <dsp:spPr>
        <a:xfrm>
          <a:off x="0" y="4715"/>
          <a:ext cx="6364224" cy="1750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Analytics &amp; Recommendation Engine</a:t>
          </a:r>
        </a:p>
      </dsp:txBody>
      <dsp:txXfrm>
        <a:off x="85444" y="90159"/>
        <a:ext cx="6193336" cy="1579432"/>
      </dsp:txXfrm>
    </dsp:sp>
    <dsp:sp modelId="{5BDECBBD-A238-1641-96FA-EC0BD1DD96EE}">
      <dsp:nvSpPr>
        <dsp:cNvPr id="0" name=""/>
        <dsp:cNvSpPr/>
      </dsp:nvSpPr>
      <dsp:spPr>
        <a:xfrm>
          <a:off x="0" y="1881755"/>
          <a:ext cx="6364224" cy="17503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Automate CloudFront invalidation</a:t>
          </a:r>
        </a:p>
      </dsp:txBody>
      <dsp:txXfrm>
        <a:off x="85444" y="1967199"/>
        <a:ext cx="6193336" cy="1579432"/>
      </dsp:txXfrm>
    </dsp:sp>
    <dsp:sp modelId="{B057A8A7-E98F-874E-9D74-237799F0A243}">
      <dsp:nvSpPr>
        <dsp:cNvPr id="0" name=""/>
        <dsp:cNvSpPr/>
      </dsp:nvSpPr>
      <dsp:spPr>
        <a:xfrm>
          <a:off x="0" y="3758796"/>
          <a:ext cx="6364224" cy="17503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AI-based content moderation for reviews</a:t>
          </a:r>
        </a:p>
      </dsp:txBody>
      <dsp:txXfrm>
        <a:off x="85444" y="3844240"/>
        <a:ext cx="6193336" cy="1579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oodie.codelabs.l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A37A-8DEE-5BA7-7D9E-A33767B07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Foddie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776E5-7BBD-5E9A-65A2-80ED6665B8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Serverless Restaurant Review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8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EF0C0712-5769-9493-3DAD-84F62A30C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15929" y="1152719"/>
            <a:ext cx="4977578" cy="3639289"/>
          </a:xfrm>
        </p:spPr>
        <p:txBody>
          <a:bodyPr anchor="ctr">
            <a:normAutofit fontScale="92500" lnSpcReduction="20000"/>
          </a:bodyPr>
          <a:lstStyle/>
          <a:p>
            <a:pPr>
              <a:defRPr sz="1800"/>
            </a:pPr>
            <a:r>
              <a:rPr lang="en-US" sz="2800" dirty="0">
                <a:solidFill>
                  <a:schemeClr val="tx2"/>
                </a:solidFill>
              </a:rPr>
              <a:t>Team </a:t>
            </a:r>
            <a:r>
              <a:rPr sz="2800" dirty="0">
                <a:solidFill>
                  <a:schemeClr val="tx2"/>
                </a:solidFill>
              </a:rPr>
              <a:t>: </a:t>
            </a:r>
            <a:r>
              <a:rPr lang="en-US" sz="2800" dirty="0">
                <a:solidFill>
                  <a:schemeClr val="tx2"/>
                </a:solidFill>
              </a:rPr>
              <a:t>	</a:t>
            </a:r>
            <a:r>
              <a:rPr sz="2800" dirty="0">
                <a:solidFill>
                  <a:schemeClr val="tx2"/>
                </a:solidFill>
              </a:rPr>
              <a:t>Krishantha Dinesh</a:t>
            </a:r>
            <a:r>
              <a:rPr lang="en-US" sz="2800" dirty="0">
                <a:solidFill>
                  <a:schemeClr val="tx2"/>
                </a:solidFill>
              </a:rPr>
              <a:t>, 					</a:t>
            </a:r>
            <a:r>
              <a:rPr lang="en-US" sz="2800" dirty="0" err="1">
                <a:solidFill>
                  <a:schemeClr val="tx2"/>
                </a:solidFill>
              </a:rPr>
              <a:t>Denuwan</a:t>
            </a:r>
            <a:r>
              <a:rPr lang="en-US" sz="2800" dirty="0">
                <a:solidFill>
                  <a:schemeClr val="tx2"/>
                </a:solidFill>
              </a:rPr>
              <a:t> Bandara</a:t>
            </a:r>
          </a:p>
          <a:p>
            <a:pPr marL="0" indent="0">
              <a:buNone/>
              <a:defRPr sz="1800"/>
            </a:pPr>
            <a:r>
              <a:rPr lang="en-US" sz="2800" dirty="0">
                <a:solidFill>
                  <a:schemeClr val="tx2"/>
                </a:solidFill>
              </a:rPr>
              <a:t>			</a:t>
            </a:r>
            <a:r>
              <a:rPr lang="en-US" sz="2800" dirty="0" err="1">
                <a:solidFill>
                  <a:schemeClr val="tx2"/>
                </a:solidFill>
              </a:rPr>
              <a:t>Dilshika</a:t>
            </a:r>
            <a:r>
              <a:rPr lang="en-US" sz="2800" dirty="0">
                <a:solidFill>
                  <a:schemeClr val="tx2"/>
                </a:solidFill>
              </a:rPr>
              <a:t> Bandara</a:t>
            </a:r>
          </a:p>
          <a:p>
            <a:pPr>
              <a:defRPr sz="1800"/>
            </a:pPr>
            <a:endParaRPr sz="2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2"/>
                </a:solidFill>
              </a:rPr>
              <a:t>Technologies: AWS, Node.js (TypeScript), PostgreSQL, S3, CloudFront</a:t>
            </a:r>
            <a:r>
              <a:rPr lang="en-US" sz="2800" dirty="0">
                <a:solidFill>
                  <a:schemeClr val="tx2"/>
                </a:solidFill>
              </a:rPr>
              <a:t>, Cognito</a:t>
            </a:r>
          </a:p>
          <a:p>
            <a:pPr>
              <a:defRPr sz="1800"/>
            </a:pPr>
            <a:endParaRPr sz="2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sz="2800" dirty="0">
                <a:solidFill>
                  <a:schemeClr val="tx2"/>
                </a:solidFill>
              </a:rPr>
              <a:t>Date: </a:t>
            </a:r>
            <a:r>
              <a:rPr lang="en-US" sz="2800" dirty="0">
                <a:solidFill>
                  <a:schemeClr val="tx2"/>
                </a:solidFill>
              </a:rPr>
              <a:t>7</a:t>
            </a:r>
            <a:r>
              <a:rPr lang="en-US" sz="2800" baseline="30000" dirty="0">
                <a:solidFill>
                  <a:schemeClr val="tx2"/>
                </a:solidFill>
              </a:rPr>
              <a:t>th</a:t>
            </a:r>
            <a:r>
              <a:rPr lang="en-US" sz="2800" dirty="0">
                <a:solidFill>
                  <a:schemeClr val="tx2"/>
                </a:solidFill>
              </a:rPr>
              <a:t> Oct 2025</a:t>
            </a:r>
            <a:endParaRPr sz="2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Need for a scalable, cost-efficient restaurant review platform.</a:t>
            </a:r>
          </a:p>
          <a:p>
            <a:pPr>
              <a:defRPr sz="1800"/>
            </a:pPr>
            <a:endParaRPr lang="en-US" sz="2000" dirty="0"/>
          </a:p>
          <a:p>
            <a:pPr>
              <a:defRPr sz="1800"/>
            </a:pPr>
            <a:r>
              <a:rPr lang="en-US" sz="2000" dirty="0"/>
              <a:t>Issues with traditional setups:</a:t>
            </a:r>
          </a:p>
          <a:p>
            <a:pPr>
              <a:defRPr sz="1800"/>
            </a:pPr>
            <a:r>
              <a:rPr lang="en-US" sz="2000" dirty="0"/>
              <a:t>- High infrastructure cost</a:t>
            </a:r>
          </a:p>
          <a:p>
            <a:pPr>
              <a:defRPr sz="1800"/>
            </a:pPr>
            <a:r>
              <a:rPr lang="en-US" sz="2000" dirty="0"/>
              <a:t>- Poor scalability</a:t>
            </a:r>
          </a:p>
          <a:p>
            <a:pPr>
              <a:defRPr sz="1800"/>
            </a:pPr>
            <a:r>
              <a:rPr lang="en-US" sz="2000" dirty="0"/>
              <a:t>- Difficulty managing media uploads</a:t>
            </a:r>
          </a:p>
          <a:p>
            <a:pPr>
              <a:defRPr sz="1800"/>
            </a:pPr>
            <a:r>
              <a:rPr lang="en-US" sz="2000" dirty="0"/>
              <a:t>- Slow global content delivery</a:t>
            </a:r>
          </a:p>
        </p:txBody>
      </p:sp>
      <p:pic>
        <p:nvPicPr>
          <p:cNvPr id="5" name="Picture 4" descr="Diner restaurant">
            <a:extLst>
              <a:ext uri="{FF2B5EF4-FFF2-40B4-BE49-F238E27FC236}">
                <a16:creationId xmlns:a16="http://schemas.microsoft.com/office/drawing/2014/main" id="{AAE81F2F-1925-5687-5079-7C5DE1FE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0" r="1816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F7F2E-A2D1-40E9-7400-6DBADCBB96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29" r="2429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4A468C-817E-EE79-01EE-F083EDE05C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778718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8DF2F0D6-0DE3-34A3-7A42-9DE1D2E20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14" y="2071396"/>
            <a:ext cx="11741372" cy="3240804"/>
          </a:xfrm>
        </p:spPr>
      </p:pic>
    </p:spTree>
    <p:extLst>
      <p:ext uri="{BB962C8B-B14F-4D97-AF65-F5344CB8AC3E}">
        <p14:creationId xmlns:p14="http://schemas.microsoft.com/office/powerpoint/2010/main" val="98813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High-Level Architecture Overview</a:t>
            </a:r>
          </a:p>
        </p:txBody>
      </p:sp>
      <p:pic>
        <p:nvPicPr>
          <p:cNvPr id="5" name="Picture 4" descr="Metal structure">
            <a:extLst>
              <a:ext uri="{FF2B5EF4-FFF2-40B4-BE49-F238E27FC236}">
                <a16:creationId xmlns:a16="http://schemas.microsoft.com/office/drawing/2014/main" id="{114D24C6-D083-7E51-9613-68AB334C0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88" r="28483" b="-2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000"/>
              <a:t>Frontend (Angular) → API Gateway → Lambda Functions → PostgreSQL / S3</a:t>
            </a:r>
          </a:p>
          <a:p>
            <a:pPr>
              <a:defRPr sz="1800"/>
            </a:pPr>
            <a:r>
              <a:rPr lang="en-US" sz="2000"/>
              <a:t>Region: us-west-2</a:t>
            </a:r>
          </a:p>
          <a:p>
            <a:pPr>
              <a:defRPr sz="1800"/>
            </a:pPr>
            <a:r>
              <a:rPr lang="en-US" sz="2000"/>
              <a:t>Cost-optimized using AWS free-tier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Service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Developed using Serverless Framework v3 (</a:t>
            </a:r>
            <a:r>
              <a:rPr lang="en-US" sz="2000" dirty="0" err="1"/>
              <a:t>aws</a:t>
            </a:r>
            <a:r>
              <a:rPr lang="en-US" sz="2000" dirty="0"/>
              <a:t>-</a:t>
            </a:r>
            <a:r>
              <a:rPr lang="en-US" sz="2000" dirty="0" err="1"/>
              <a:t>nodejs</a:t>
            </a:r>
            <a:r>
              <a:rPr lang="en-US" sz="2000" dirty="0"/>
              <a:t>-typescript)</a:t>
            </a:r>
          </a:p>
          <a:p>
            <a:pPr>
              <a:defRPr sz="1800"/>
            </a:pPr>
            <a:endParaRPr lang="en-US" sz="2000" dirty="0"/>
          </a:p>
          <a:p>
            <a:pPr marL="0" indent="0">
              <a:buNone/>
              <a:defRPr sz="1800"/>
            </a:pPr>
            <a:r>
              <a:rPr lang="en-US" sz="2000" dirty="0"/>
              <a:t>Common pattern: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/handlers → Lambda entry points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/services → Business logic</a:t>
            </a:r>
          </a:p>
          <a:p>
            <a:pPr>
              <a:defRPr sz="1800"/>
            </a:pPr>
            <a:r>
              <a:rPr lang="en-US" sz="2000" dirty="0" err="1"/>
              <a:t>src</a:t>
            </a:r>
            <a:r>
              <a:rPr lang="en-US" sz="2000" dirty="0"/>
              <a:t>/</a:t>
            </a:r>
            <a:r>
              <a:rPr lang="en-US" sz="2000" dirty="0" err="1"/>
              <a:t>db</a:t>
            </a:r>
            <a:r>
              <a:rPr lang="en-US" sz="2000" dirty="0"/>
              <a:t> → PostgreSQL pool</a:t>
            </a:r>
          </a:p>
          <a:p>
            <a:pPr>
              <a:defRPr sz="1800"/>
            </a:pPr>
            <a:r>
              <a:rPr lang="en-US" sz="2000" dirty="0" err="1"/>
              <a:t>serverless.yml</a:t>
            </a:r>
            <a:r>
              <a:rPr lang="en-US" sz="2000" dirty="0"/>
              <a:t> → Function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279E5-59B3-D9A2-1C1F-C8045DF8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57" r="2481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Services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2D2A6A-F5FA-1364-4FFB-A3E31B2D2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0560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Key Architectural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 dirty="0"/>
              <a:t>Serverless-first approach for scalability</a:t>
            </a:r>
          </a:p>
          <a:p>
            <a:pPr>
              <a:defRPr sz="1800"/>
            </a:pPr>
            <a:r>
              <a:rPr lang="en-US" sz="2000" dirty="0"/>
              <a:t>PostgreSQL on RDS for relational integrity</a:t>
            </a:r>
          </a:p>
          <a:p>
            <a:pPr>
              <a:defRPr sz="1800"/>
            </a:pPr>
            <a:r>
              <a:rPr lang="en-US" sz="2000" dirty="0"/>
              <a:t>S3 + CloudFront + OAC for secure media</a:t>
            </a:r>
          </a:p>
          <a:p>
            <a:pPr>
              <a:defRPr sz="1800"/>
            </a:pPr>
            <a:r>
              <a:rPr lang="en-US" sz="2000" dirty="0"/>
              <a:t>Route 53 single domain for unified API/UI</a:t>
            </a:r>
          </a:p>
          <a:p>
            <a:pPr>
              <a:defRPr sz="1800"/>
            </a:pPr>
            <a:r>
              <a:rPr lang="en-US" sz="2000" dirty="0"/>
              <a:t>Strict TypeScript for maintainability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60EC344E-EA49-33C1-BAC5-32F5DEC0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7" r="40427" b="-4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Image Upload &amp; Download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000"/>
              <a:t>1. Client requests signed URL</a:t>
            </a:r>
          </a:p>
          <a:p>
            <a:pPr>
              <a:defRPr sz="1800"/>
            </a:pPr>
            <a:r>
              <a:rPr lang="en-US" sz="2000"/>
              <a:t>2. File uploaded to private S3 bucket</a:t>
            </a:r>
          </a:p>
          <a:p>
            <a:pPr>
              <a:defRPr sz="1800"/>
            </a:pPr>
            <a:r>
              <a:rPr lang="en-US" sz="2000"/>
              <a:t>3. CloudFront serves via signed/public URL</a:t>
            </a:r>
          </a:p>
          <a:p>
            <a:pPr>
              <a:defRPr sz="1800"/>
            </a:pPr>
            <a:endParaRPr lang="en-US" sz="2000"/>
          </a:p>
          <a:p>
            <a:pPr>
              <a:defRPr sz="1800"/>
            </a:pPr>
            <a:r>
              <a:rPr lang="en-US" sz="2000"/>
              <a:t>Benefits: scalability, cost-efficiency, low latency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Deployment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62A144-8092-AD2B-87F1-652120D140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464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Security &amp; Access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989988-1A48-2554-4A9B-B42832184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43657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Challenges &amp; Resolutions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D185FA-5327-25D0-3761-C666B40E6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30227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Future Enhancements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1E1C23-CF0F-6A5D-8CA7-8E4C73DC1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25622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Demo Walkthrough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hlinkClick r:id="rId2"/>
              </a:rPr>
              <a:t>https://foodie.codelabs.lk/</a:t>
            </a:r>
            <a:endParaRPr lang="en-US" sz="1700"/>
          </a:p>
          <a:p>
            <a:pPr>
              <a:defRPr sz="1800"/>
            </a:pPr>
            <a:endParaRPr lang="en-US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387</Words>
  <Application>Microsoft Macintosh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Foddie</vt:lpstr>
      <vt:lpstr>PowerPoint Presentation</vt:lpstr>
      <vt:lpstr>Problem Statement</vt:lpstr>
      <vt:lpstr>Objectives</vt:lpstr>
      <vt:lpstr>PowerPoint Presentation</vt:lpstr>
      <vt:lpstr>High-Level Architecture Overview</vt:lpstr>
      <vt:lpstr>Service Architecture</vt:lpstr>
      <vt:lpstr>Core Services</vt:lpstr>
      <vt:lpstr>Key Architectural Decisions</vt:lpstr>
      <vt:lpstr>Image Upload &amp; Download Flow</vt:lpstr>
      <vt:lpstr>Deployment Pipeline</vt:lpstr>
      <vt:lpstr>Security &amp; Access Control</vt:lpstr>
      <vt:lpstr>Challenges &amp; Resolutions</vt:lpstr>
      <vt:lpstr>Future Enhancements</vt:lpstr>
      <vt:lpstr>Demo Walkthrough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Krishantha Dinesh</cp:lastModifiedBy>
  <cp:revision>7</cp:revision>
  <dcterms:created xsi:type="dcterms:W3CDTF">2013-01-27T09:14:16Z</dcterms:created>
  <dcterms:modified xsi:type="dcterms:W3CDTF">2025-10-08T06:54:16Z</dcterms:modified>
  <cp:category/>
</cp:coreProperties>
</file>